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5BA14F"/>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4995" autoAdjust="0"/>
    <p:restoredTop sz="94564" autoAdjust="0"/>
  </p:normalViewPr>
  <p:slideViewPr>
    <p:cSldViewPr snapToGrid="0">
      <p:cViewPr varScale="1">
        <p:scale>
          <a:sx n="80" d="100"/>
          <a:sy n="80" d="100"/>
        </p:scale>
        <p:origin x="782" y="86"/>
      </p:cViewPr>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tableStyles" Target="tableStyles.xml"/><Relationship Id="rId27" Type="http://schemas.openxmlformats.org/officeDocument/2006/relationships/presProps" Target="presProps.xml"/><Relationship Id="rId2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73" name=""/>
        <p:cNvGrpSpPr/>
        <p:nvPr/>
      </p:nvGrpSpPr>
      <p:grpSpPr>
        <a:xfrm>
          <a:off x="0" y="0"/>
          <a:ext cx="0" cy="0"/>
          <a:chOff x="0" y="0"/>
          <a:chExt cx="0" cy="0"/>
        </a:xfrm>
      </p:grpSpPr>
      <p:sp>
        <p:nvSpPr>
          <p:cNvPr id="1048688"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PK"/>
          </a:p>
        </p:txBody>
      </p:sp>
      <p:sp>
        <p:nvSpPr>
          <p:cNvPr id="1048689"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3989A38-A59A-498C-857D-7C9D7155AEC3}" type="datetimeFigureOut">
              <a:rPr lang="en-PK" smtClean="0"/>
            </a:fld>
            <a:endParaRPr lang="en-PK"/>
          </a:p>
        </p:txBody>
      </p:sp>
      <p:sp>
        <p:nvSpPr>
          <p:cNvPr id="1048690"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PK"/>
          </a:p>
        </p:txBody>
      </p:sp>
      <p:sp>
        <p:nvSpPr>
          <p:cNvPr id="1048691"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692"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PK"/>
          </a:p>
        </p:txBody>
      </p:sp>
      <p:sp>
        <p:nvSpPr>
          <p:cNvPr id="1048693"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D191864-36C2-46BA-BB6E-D72832597582}" type="slidenum">
              <a:rPr lang="en-PK" smtClean="0"/>
            </a:fld>
            <a:endParaRPr lang="en-PK"/>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PK"/>
          </a:p>
        </p:txBody>
      </p:sp>
      <p:sp>
        <p:nvSpPr>
          <p:cNvPr id="1048605" name="Slide Number Placeholder 3"/>
          <p:cNvSpPr>
            <a:spLocks noGrp="1"/>
          </p:cNvSpPr>
          <p:nvPr>
            <p:ph type="sldNum" sz="quarter" idx="5"/>
          </p:nvPr>
        </p:nvSpPr>
        <p:spPr/>
        <p:txBody>
          <a:bodyPr/>
          <a:p>
            <a:fld id="{CD191864-36C2-46BA-BB6E-D72832597582}" type="slidenum">
              <a:rPr lang="en-PK" smtClean="0"/>
            </a:fld>
            <a:endParaRPr lang="en-P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24" name=""/>
        <p:cNvGrpSpPr/>
        <p:nvPr/>
      </p:nvGrpSpPr>
      <p:grpSpPr>
        <a:xfrm>
          <a:off x="0" y="0"/>
          <a:ext cx="0" cy="0"/>
          <a:chOff x="0" y="0"/>
          <a:chExt cx="0" cy="0"/>
        </a:xfrm>
      </p:grpSpPr>
      <p:sp>
        <p:nvSpPr>
          <p:cNvPr id="1048581" name="Rectangle 9"/>
          <p:cNvSpPr/>
          <p:nvPr/>
        </p:nvSpPr>
        <p:spPr>
          <a:xfrm>
            <a:off x="0" y="0"/>
            <a:ext cx="12192000" cy="4572001"/>
          </a:xfrm>
          <a:prstGeom prst="rect"/>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82" name="Oval 5"/>
          <p:cNvSpPr/>
          <p:nvPr/>
        </p:nvSpPr>
        <p:spPr>
          <a:xfrm>
            <a:off x="-1" y="0"/>
            <a:ext cx="12192000" cy="4572001"/>
          </a:xfrm>
          <a:custGeom>
            <a:avLst/>
            <a:ah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83" name="Title 1"/>
          <p:cNvSpPr>
            <a:spLocks noGrp="1"/>
          </p:cNvSpPr>
          <p:nvPr>
            <p:ph type="ctrTitle"/>
          </p:nvPr>
        </p:nvSpPr>
        <p:spPr>
          <a:xfrm>
            <a:off x="457200" y="4960137"/>
            <a:ext cx="7772400" cy="1463040"/>
          </a:xfrm>
        </p:spPr>
        <p:txBody>
          <a:bodyPr anchor="ctr">
            <a:normAutofit/>
          </a:bodyPr>
          <a:lstStyle>
            <a:lvl1pPr algn="r">
              <a:defRPr baseline="0" sz="5000" spc="200"/>
            </a:lvl1pPr>
          </a:lstStyle>
          <a:p>
            <a:r>
              <a:rPr lang="en-US"/>
              <a:t>Click to edit Master title style</a:t>
            </a:r>
            <a:endParaRPr dirty="0" lang="en-US"/>
          </a:p>
        </p:txBody>
      </p:sp>
      <p:sp>
        <p:nvSpPr>
          <p:cNvPr id="1048584" name="Subtitle 2"/>
          <p:cNvSpPr>
            <a:spLocks noGrp="1"/>
          </p:cNvSpPr>
          <p:nvPr>
            <p:ph type="subTitle" idx="1"/>
          </p:nvPr>
        </p:nvSpPr>
        <p:spPr>
          <a:xfrm>
            <a:off x="8610600" y="4960137"/>
            <a:ext cx="3200400" cy="1463040"/>
          </a:xfrm>
        </p:spPr>
        <p:txBody>
          <a:bodyPr anchor="ctr" lIns="91440" rIns="91440">
            <a:normAutofit/>
          </a:bodyPr>
          <a:lstStyle>
            <a:lvl1pPr algn="l" indent="0" marL="0">
              <a:lnSpc>
                <a:spcPct val="100000"/>
              </a:lnSpc>
              <a:spcBef>
                <a:spcPts val="0"/>
              </a:spcBef>
              <a:buNone/>
              <a:defRPr sz="1800">
                <a:solidFill>
                  <a:schemeClr val="tx1">
                    <a:lumMod val="95000"/>
                    <a:lumOff val="5000"/>
                  </a:schemeClr>
                </a:solidFill>
              </a:defRPr>
            </a:lvl1pPr>
            <a:lvl2pPr algn="ctr" indent="0" marL="457200">
              <a:buNone/>
              <a:defRPr sz="1800"/>
            </a:lvl2pPr>
            <a:lvl3pPr algn="ctr" indent="0" marL="914400">
              <a:buNone/>
              <a:defRPr sz="1800"/>
            </a:lvl3pPr>
            <a:lvl4pPr algn="ctr" indent="0" marL="1371600">
              <a:buNone/>
              <a:defRPr sz="1800"/>
            </a:lvl4pPr>
            <a:lvl5pPr algn="ctr" indent="0" marL="1828800">
              <a:buNone/>
              <a:defRPr sz="1800"/>
            </a:lvl5pPr>
            <a:lvl6pPr algn="ctr" indent="0" marL="2286000">
              <a:buNone/>
              <a:defRPr sz="1800"/>
            </a:lvl6pPr>
            <a:lvl7pPr algn="ctr" indent="0" marL="2743200">
              <a:buNone/>
              <a:defRPr sz="1800"/>
            </a:lvl7pPr>
            <a:lvl8pPr algn="ctr" indent="0" marL="3200400">
              <a:buNone/>
              <a:defRPr sz="1800"/>
            </a:lvl8pPr>
            <a:lvl9pPr algn="ctr" indent="0" marL="3657600">
              <a:buNone/>
              <a:defRPr sz="1800"/>
            </a:lvl9pPr>
          </a:lstStyle>
          <a:p>
            <a:r>
              <a:rPr lang="en-US"/>
              <a:t>Click to edit Master subtitle style</a:t>
            </a:r>
            <a:endParaRPr dirty="0" lang="en-US"/>
          </a:p>
        </p:txBody>
      </p:sp>
      <p:sp>
        <p:nvSpPr>
          <p:cNvPr id="1048585" name="Date Placeholder 3"/>
          <p:cNvSpPr>
            <a:spLocks noGrp="1"/>
          </p:cNvSpPr>
          <p:nvPr>
            <p:ph type="dt" sz="half" idx="10"/>
          </p:nvPr>
        </p:nvSpPr>
        <p:spPr/>
        <p:txBody>
          <a:bodyPr/>
          <a:lstStyle>
            <a:lvl1pPr algn="l"/>
          </a:lstStyle>
          <a:p>
            <a:fld id="{CD17F415-F842-4B8F-925C-5A2D0564A6B3}" type="datetimeFigureOut">
              <a:rPr lang="en-PK" smtClean="0"/>
            </a:fld>
            <a:endParaRPr lang="en-PK"/>
          </a:p>
        </p:txBody>
      </p:sp>
      <p:sp>
        <p:nvSpPr>
          <p:cNvPr id="1048586" name="Footer Placeholder 4"/>
          <p:cNvSpPr>
            <a:spLocks noGrp="1"/>
          </p:cNvSpPr>
          <p:nvPr>
            <p:ph type="ftr" sz="quarter" idx="11"/>
          </p:nvPr>
        </p:nvSpPr>
        <p:spPr/>
        <p:txBody>
          <a:bodyPr/>
          <a:p>
            <a:endParaRPr lang="en-PK"/>
          </a:p>
        </p:txBody>
      </p:sp>
      <p:sp>
        <p:nvSpPr>
          <p:cNvPr id="1048587" name="Slide Number Placeholder 5"/>
          <p:cNvSpPr>
            <a:spLocks noGrp="1"/>
          </p:cNvSpPr>
          <p:nvPr>
            <p:ph type="sldNum" sz="quarter" idx="12"/>
          </p:nvPr>
        </p:nvSpPr>
        <p:spPr/>
        <p:txBody>
          <a:bodyPr/>
          <a:p>
            <a:fld id="{B6BB6308-CF77-40CB-A7EF-9CE583DBA121}" type="slidenum">
              <a:rPr lang="en-PK" smtClean="0"/>
            </a:fld>
            <a:endParaRPr lang="en-PK"/>
          </a:p>
        </p:txBody>
      </p:sp>
      <p:cxnSp>
        <p:nvCxnSpPr>
          <p:cNvPr id="3145729" name="Straight Connector 7"/>
          <p:cNvCxnSpPr>
            <a:cxnSpLocks/>
          </p:cNvCxnSpPr>
          <p:nvPr/>
        </p:nvCxnSpPr>
        <p:spPr>
          <a:xfrm flipV="1">
            <a:off x="8386843" y="5264106"/>
            <a:ext cx="0" cy="914400"/>
          </a:xfrm>
          <a:prstGeom prst="line"/>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9" name=""/>
        <p:cNvGrpSpPr/>
        <p:nvPr/>
      </p:nvGrpSpPr>
      <p:grpSpPr>
        <a:xfrm>
          <a:off x="0" y="0"/>
          <a:ext cx="0" cy="0"/>
          <a:chOff x="0" y="0"/>
          <a:chExt cx="0" cy="0"/>
        </a:xfrm>
      </p:grpSpPr>
      <p:sp>
        <p:nvSpPr>
          <p:cNvPr id="1048590" name="Title 1"/>
          <p:cNvSpPr>
            <a:spLocks noGrp="1"/>
          </p:cNvSpPr>
          <p:nvPr>
            <p:ph type="title"/>
          </p:nvPr>
        </p:nvSpPr>
        <p:spPr/>
        <p:txBody>
          <a:bodyPr/>
          <a:p>
            <a:r>
              <a:rPr lang="en-US"/>
              <a:t>Click to edit Master title style</a:t>
            </a:r>
            <a:endParaRPr dirty="0" lang="en-US"/>
          </a:p>
        </p:txBody>
      </p:sp>
      <p:sp>
        <p:nvSpPr>
          <p:cNvPr id="1048591"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92" name="Date Placeholder 3"/>
          <p:cNvSpPr>
            <a:spLocks noGrp="1"/>
          </p:cNvSpPr>
          <p:nvPr>
            <p:ph type="dt" sz="half" idx="10"/>
          </p:nvPr>
        </p:nvSpPr>
        <p:spPr/>
        <p:txBody>
          <a:bodyPr/>
          <a:p>
            <a:fld id="{CD17F415-F842-4B8F-925C-5A2D0564A6B3}" type="datetimeFigureOut">
              <a:rPr lang="en-PK" smtClean="0"/>
            </a:fld>
            <a:endParaRPr lang="en-PK"/>
          </a:p>
        </p:txBody>
      </p:sp>
      <p:sp>
        <p:nvSpPr>
          <p:cNvPr id="1048593" name="Footer Placeholder 4"/>
          <p:cNvSpPr>
            <a:spLocks noGrp="1"/>
          </p:cNvSpPr>
          <p:nvPr>
            <p:ph type="ftr" sz="quarter" idx="11"/>
          </p:nvPr>
        </p:nvSpPr>
        <p:spPr/>
        <p:txBody>
          <a:bodyPr/>
          <a:p>
            <a:endParaRPr lang="en-PK"/>
          </a:p>
        </p:txBody>
      </p:sp>
      <p:sp>
        <p:nvSpPr>
          <p:cNvPr id="1048594" name="Slide Number Placeholder 5"/>
          <p:cNvSpPr>
            <a:spLocks noGrp="1"/>
          </p:cNvSpPr>
          <p:nvPr>
            <p:ph type="sldNum" sz="quarter" idx="12"/>
          </p:nvPr>
        </p:nvSpPr>
        <p:spPr/>
        <p:txBody>
          <a:bodyPr/>
          <a:p>
            <a:fld id="{B6BB6308-CF77-40CB-A7EF-9CE583DBA121}" type="slidenum">
              <a:rPr lang="en-PK" smtClean="0"/>
            </a:fld>
            <a:endParaRPr lang="en-PK"/>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spTree>
      <p:nvGrpSpPr>
        <p:cNvPr id="68" name=""/>
        <p:cNvGrpSpPr/>
        <p:nvPr/>
      </p:nvGrpSpPr>
      <p:grpSpPr>
        <a:xfrm>
          <a:off x="0" y="0"/>
          <a:ext cx="0" cy="0"/>
          <a:chOff x="0" y="0"/>
          <a:chExt cx="0" cy="0"/>
        </a:xfrm>
      </p:grpSpPr>
      <p:sp>
        <p:nvSpPr>
          <p:cNvPr id="1048658" name="Rectangle 8"/>
          <p:cNvSpPr/>
          <p:nvPr/>
        </p:nvSpPr>
        <p:spPr>
          <a:xfrm>
            <a:off x="0" y="0"/>
            <a:ext cx="12192000" cy="4572001"/>
          </a:xfrm>
          <a:prstGeom prst="rect"/>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59" name="Oval 5"/>
          <p:cNvSpPr/>
          <p:nvPr/>
        </p:nvSpPr>
        <p:spPr>
          <a:xfrm>
            <a:off x="-1" y="0"/>
            <a:ext cx="12192000" cy="4572001"/>
          </a:xfrm>
          <a:custGeom>
            <a:avLst/>
            <a:ah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60" name="Title 1"/>
          <p:cNvSpPr>
            <a:spLocks noGrp="1"/>
          </p:cNvSpPr>
          <p:nvPr>
            <p:ph type="title"/>
          </p:nvPr>
        </p:nvSpPr>
        <p:spPr>
          <a:xfrm>
            <a:off x="457200" y="4960137"/>
            <a:ext cx="7772400" cy="1463040"/>
          </a:xfrm>
        </p:spPr>
        <p:txBody>
          <a:bodyPr anchor="ctr">
            <a:normAutofit/>
          </a:bodyPr>
          <a:lstStyle>
            <a:lvl1pPr algn="r">
              <a:defRPr baseline="0" b="0" sz="5000" spc="200"/>
            </a:lvl1pPr>
          </a:lstStyle>
          <a:p>
            <a:r>
              <a:rPr lang="en-US"/>
              <a:t>Click to edit Master title style</a:t>
            </a:r>
            <a:endParaRPr dirty="0" lang="en-US"/>
          </a:p>
        </p:txBody>
      </p:sp>
      <p:sp>
        <p:nvSpPr>
          <p:cNvPr id="1048661" name="Text Placeholder 2"/>
          <p:cNvSpPr>
            <a:spLocks noGrp="1"/>
          </p:cNvSpPr>
          <p:nvPr>
            <p:ph type="body" idx="1"/>
          </p:nvPr>
        </p:nvSpPr>
        <p:spPr>
          <a:xfrm>
            <a:off x="8610600" y="4960137"/>
            <a:ext cx="3200400" cy="1463040"/>
          </a:xfrm>
        </p:spPr>
        <p:txBody>
          <a:bodyPr anchor="ctr" lIns="91440" rIns="91440">
            <a:normAutofit/>
          </a:bodyPr>
          <a:lstStyle>
            <a:lvl1pPr indent="0" marL="0">
              <a:lnSpc>
                <a:spcPct val="100000"/>
              </a:lnSpc>
              <a:spcBef>
                <a:spcPts val="0"/>
              </a:spcBef>
              <a:buNone/>
              <a:defRPr sz="1800">
                <a:solidFill>
                  <a:schemeClr val="tx1">
                    <a:lumMod val="95000"/>
                    <a:lumOff val="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62" name="Date Placeholder 3"/>
          <p:cNvSpPr>
            <a:spLocks noGrp="1"/>
          </p:cNvSpPr>
          <p:nvPr>
            <p:ph type="dt" sz="half" idx="10"/>
          </p:nvPr>
        </p:nvSpPr>
        <p:spPr/>
        <p:txBody>
          <a:bodyPr/>
          <a:p>
            <a:fld id="{CD17F415-F842-4B8F-925C-5A2D0564A6B3}" type="datetimeFigureOut">
              <a:rPr lang="en-PK" smtClean="0"/>
            </a:fld>
            <a:endParaRPr lang="en-PK"/>
          </a:p>
        </p:txBody>
      </p:sp>
      <p:sp>
        <p:nvSpPr>
          <p:cNvPr id="1048663" name="Footer Placeholder 4"/>
          <p:cNvSpPr>
            <a:spLocks noGrp="1"/>
          </p:cNvSpPr>
          <p:nvPr>
            <p:ph type="ftr" sz="quarter" idx="11"/>
          </p:nvPr>
        </p:nvSpPr>
        <p:spPr/>
        <p:txBody>
          <a:bodyPr/>
          <a:p>
            <a:endParaRPr lang="en-PK"/>
          </a:p>
        </p:txBody>
      </p:sp>
      <p:sp>
        <p:nvSpPr>
          <p:cNvPr id="1048664" name="Slide Number Placeholder 5"/>
          <p:cNvSpPr>
            <a:spLocks noGrp="1"/>
          </p:cNvSpPr>
          <p:nvPr>
            <p:ph type="sldNum" sz="quarter" idx="12"/>
          </p:nvPr>
        </p:nvSpPr>
        <p:spPr/>
        <p:txBody>
          <a:bodyPr/>
          <a:p>
            <a:fld id="{B6BB6308-CF77-40CB-A7EF-9CE583DBA121}" type="slidenum">
              <a:rPr lang="en-PK" smtClean="0"/>
            </a:fld>
            <a:endParaRPr lang="en-PK"/>
          </a:p>
        </p:txBody>
      </p:sp>
      <p:cxnSp>
        <p:nvCxnSpPr>
          <p:cNvPr id="3145732" name="Straight Connector 7"/>
          <p:cNvCxnSpPr>
            <a:cxnSpLocks/>
          </p:cNvCxnSpPr>
          <p:nvPr/>
        </p:nvCxnSpPr>
        <p:spPr>
          <a:xfrm flipV="1">
            <a:off x="8386843" y="5264106"/>
            <a:ext cx="0" cy="914400"/>
          </a:xfrm>
          <a:prstGeom prst="line"/>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9" name=""/>
        <p:cNvGrpSpPr/>
        <p:nvPr/>
      </p:nvGrpSpPr>
      <p:grpSpPr>
        <a:xfrm>
          <a:off x="0" y="0"/>
          <a:ext cx="0" cy="0"/>
          <a:chOff x="0" y="0"/>
          <a:chExt cx="0" cy="0"/>
        </a:xfrm>
      </p:grpSpPr>
      <p:sp>
        <p:nvSpPr>
          <p:cNvPr id="1048665" name="Title 1"/>
          <p:cNvSpPr>
            <a:spLocks noGrp="1"/>
          </p:cNvSpPr>
          <p:nvPr>
            <p:ph type="title"/>
          </p:nvPr>
        </p:nvSpPr>
        <p:spPr>
          <a:xfrm>
            <a:off x="1024128" y="585216"/>
            <a:ext cx="9720072" cy="1499616"/>
          </a:xfrm>
        </p:spPr>
        <p:txBody>
          <a:bodyPr/>
          <a:p>
            <a:r>
              <a:rPr lang="en-US"/>
              <a:t>Click to edit Master title style</a:t>
            </a:r>
            <a:endParaRPr dirty="0" lang="en-US"/>
          </a:p>
        </p:txBody>
      </p:sp>
      <p:sp>
        <p:nvSpPr>
          <p:cNvPr id="1048666" name="Content Placeholder 2"/>
          <p:cNvSpPr>
            <a:spLocks noGrp="1"/>
          </p:cNvSpPr>
          <p:nvPr>
            <p:ph sz="half" idx="1"/>
          </p:nvPr>
        </p:nvSpPr>
        <p:spPr>
          <a:xfrm>
            <a:off x="1024127" y="2286000"/>
            <a:ext cx="4754880" cy="4023360"/>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67" name="Content Placeholder 3"/>
          <p:cNvSpPr>
            <a:spLocks noGrp="1"/>
          </p:cNvSpPr>
          <p:nvPr>
            <p:ph sz="half" idx="2"/>
          </p:nvPr>
        </p:nvSpPr>
        <p:spPr>
          <a:xfrm>
            <a:off x="5989320" y="2286000"/>
            <a:ext cx="4754880" cy="4023360"/>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68" name="Date Placeholder 4"/>
          <p:cNvSpPr>
            <a:spLocks noGrp="1"/>
          </p:cNvSpPr>
          <p:nvPr>
            <p:ph type="dt" sz="half" idx="10"/>
          </p:nvPr>
        </p:nvSpPr>
        <p:spPr/>
        <p:txBody>
          <a:bodyPr/>
          <a:p>
            <a:fld id="{CD17F415-F842-4B8F-925C-5A2D0564A6B3}" type="datetimeFigureOut">
              <a:rPr lang="en-PK" smtClean="0"/>
            </a:fld>
            <a:endParaRPr lang="en-PK"/>
          </a:p>
        </p:txBody>
      </p:sp>
      <p:sp>
        <p:nvSpPr>
          <p:cNvPr id="1048669" name="Footer Placeholder 5"/>
          <p:cNvSpPr>
            <a:spLocks noGrp="1"/>
          </p:cNvSpPr>
          <p:nvPr>
            <p:ph type="ftr" sz="quarter" idx="11"/>
          </p:nvPr>
        </p:nvSpPr>
        <p:spPr/>
        <p:txBody>
          <a:bodyPr/>
          <a:p>
            <a:endParaRPr lang="en-PK"/>
          </a:p>
        </p:txBody>
      </p:sp>
      <p:sp>
        <p:nvSpPr>
          <p:cNvPr id="1048670" name="Slide Number Placeholder 6"/>
          <p:cNvSpPr>
            <a:spLocks noGrp="1"/>
          </p:cNvSpPr>
          <p:nvPr>
            <p:ph type="sldNum" sz="quarter" idx="12"/>
          </p:nvPr>
        </p:nvSpPr>
        <p:spPr/>
        <p:txBody>
          <a:bodyPr/>
          <a:p>
            <a:fld id="{B6BB6308-CF77-40CB-A7EF-9CE583DBA121}" type="slidenum">
              <a:rPr lang="en-PK" smtClean="0"/>
            </a:fld>
            <a:endParaRPr lang="en-PK"/>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70" name=""/>
        <p:cNvGrpSpPr/>
        <p:nvPr/>
      </p:nvGrpSpPr>
      <p:grpSpPr>
        <a:xfrm>
          <a:off x="0" y="0"/>
          <a:ext cx="0" cy="0"/>
          <a:chOff x="0" y="0"/>
          <a:chExt cx="0" cy="0"/>
        </a:xfrm>
      </p:grpSpPr>
      <p:sp>
        <p:nvSpPr>
          <p:cNvPr id="1048671" name="Title 9"/>
          <p:cNvSpPr>
            <a:spLocks noGrp="1"/>
          </p:cNvSpPr>
          <p:nvPr>
            <p:ph type="title"/>
          </p:nvPr>
        </p:nvSpPr>
        <p:spPr/>
        <p:txBody>
          <a:bodyPr/>
          <a:p>
            <a:r>
              <a:rPr lang="en-US"/>
              <a:t>Click to edit Master title style</a:t>
            </a:r>
            <a:endParaRPr dirty="0" lang="en-US"/>
          </a:p>
        </p:txBody>
      </p:sp>
      <p:sp>
        <p:nvSpPr>
          <p:cNvPr id="1048672" name="Text Placeholder 2"/>
          <p:cNvSpPr>
            <a:spLocks noGrp="1"/>
          </p:cNvSpPr>
          <p:nvPr>
            <p:ph type="body" idx="1"/>
          </p:nvPr>
        </p:nvSpPr>
        <p:spPr>
          <a:xfrm>
            <a:off x="1024128" y="2179636"/>
            <a:ext cx="4754880" cy="822960"/>
          </a:xfrm>
        </p:spPr>
        <p:txBody>
          <a:bodyPr anchor="ctr" lIns="137160" rIns="137160">
            <a:normAutofit/>
          </a:bodyPr>
          <a:lstStyle>
            <a:lvl1pPr indent="0" marL="0">
              <a:spcBef>
                <a:spcPts val="0"/>
              </a:spcBef>
              <a:spcAft>
                <a:spcPts val="0"/>
              </a:spcAft>
              <a:buNone/>
              <a:defRPr baseline="0" b="0" cap="none" sz="2300">
                <a:solidFill>
                  <a:schemeClr val="accent1"/>
                </a:solidFill>
                <a:latin typeface="+mn-lt"/>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73" name="Content Placeholder 3"/>
          <p:cNvSpPr>
            <a:spLocks noGrp="1"/>
          </p:cNvSpPr>
          <p:nvPr>
            <p:ph sz="half" idx="2"/>
          </p:nvPr>
        </p:nvSpPr>
        <p:spPr>
          <a:xfrm>
            <a:off x="1024128" y="2967788"/>
            <a:ext cx="4754880" cy="3341572"/>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4" name="Text Placeholder 4"/>
          <p:cNvSpPr>
            <a:spLocks noGrp="1"/>
          </p:cNvSpPr>
          <p:nvPr>
            <p:ph type="body" sz="quarter" idx="3"/>
          </p:nvPr>
        </p:nvSpPr>
        <p:spPr>
          <a:xfrm>
            <a:off x="5990888" y="2179636"/>
            <a:ext cx="4754880" cy="822960"/>
          </a:xfrm>
        </p:spPr>
        <p:txBody>
          <a:bodyPr anchor="ctr" lIns="137160" rIns="137160">
            <a:normAutofit/>
          </a:bodyPr>
          <a:lstStyle>
            <a:lvl1pPr indent="0" marL="0">
              <a:spcBef>
                <a:spcPts val="0"/>
              </a:spcBef>
              <a:spcAft>
                <a:spcPts val="0"/>
              </a:spcAft>
              <a:buNone/>
              <a:defRPr baseline="0" b="0" cap="none" dirty="0" sz="2300" kern="1200" lang="en-US">
                <a:solidFill>
                  <a:schemeClr val="accent1"/>
                </a:solidFill>
                <a:latin typeface="+mn-lt"/>
                <a:ea typeface="+mn-ea"/>
                <a:cs typeface="+mn-cs"/>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algn="l" defTabSz="914400" eaLnBrk="1" hangingPunct="1" indent="0" latinLnBrk="0" lvl="0" marL="0" rtl="0">
              <a:lnSpc>
                <a:spcPct val="90000"/>
              </a:lnSpc>
              <a:spcBef>
                <a:spcPts val="1800"/>
              </a:spcBef>
              <a:buNone/>
            </a:pPr>
            <a:r>
              <a:rPr lang="en-US"/>
              <a:t>Click to edit Master text styles</a:t>
            </a:r>
          </a:p>
        </p:txBody>
      </p:sp>
      <p:sp>
        <p:nvSpPr>
          <p:cNvPr id="1048675" name="Content Placeholder 5"/>
          <p:cNvSpPr>
            <a:spLocks noGrp="1"/>
          </p:cNvSpPr>
          <p:nvPr>
            <p:ph sz="quarter" idx="4"/>
          </p:nvPr>
        </p:nvSpPr>
        <p:spPr>
          <a:xfrm>
            <a:off x="5990888" y="2967788"/>
            <a:ext cx="4754880" cy="3341572"/>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6" name="Date Placeholder 6"/>
          <p:cNvSpPr>
            <a:spLocks noGrp="1"/>
          </p:cNvSpPr>
          <p:nvPr>
            <p:ph type="dt" sz="half" idx="10"/>
          </p:nvPr>
        </p:nvSpPr>
        <p:spPr/>
        <p:txBody>
          <a:bodyPr/>
          <a:p>
            <a:fld id="{CD17F415-F842-4B8F-925C-5A2D0564A6B3}" type="datetimeFigureOut">
              <a:rPr lang="en-PK" smtClean="0"/>
            </a:fld>
            <a:endParaRPr lang="en-PK"/>
          </a:p>
        </p:txBody>
      </p:sp>
      <p:sp>
        <p:nvSpPr>
          <p:cNvPr id="1048677" name="Footer Placeholder 7"/>
          <p:cNvSpPr>
            <a:spLocks noGrp="1"/>
          </p:cNvSpPr>
          <p:nvPr>
            <p:ph type="ftr" sz="quarter" idx="11"/>
          </p:nvPr>
        </p:nvSpPr>
        <p:spPr/>
        <p:txBody>
          <a:bodyPr/>
          <a:p>
            <a:endParaRPr lang="en-PK"/>
          </a:p>
        </p:txBody>
      </p:sp>
      <p:sp>
        <p:nvSpPr>
          <p:cNvPr id="1048678" name="Slide Number Placeholder 8"/>
          <p:cNvSpPr>
            <a:spLocks noGrp="1"/>
          </p:cNvSpPr>
          <p:nvPr>
            <p:ph type="sldNum" sz="quarter" idx="12"/>
          </p:nvPr>
        </p:nvSpPr>
        <p:spPr/>
        <p:txBody>
          <a:bodyPr/>
          <a:p>
            <a:fld id="{B6BB6308-CF77-40CB-A7EF-9CE583DBA121}" type="slidenum">
              <a:rPr lang="en-PK" smtClean="0"/>
            </a:fld>
            <a:endParaRPr lang="en-PK"/>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4" name=""/>
        <p:cNvGrpSpPr/>
        <p:nvPr/>
      </p:nvGrpSpPr>
      <p:grpSpPr>
        <a:xfrm>
          <a:off x="0" y="0"/>
          <a:ext cx="0" cy="0"/>
          <a:chOff x="0" y="0"/>
          <a:chExt cx="0" cy="0"/>
        </a:xfrm>
      </p:grpSpPr>
      <p:sp>
        <p:nvSpPr>
          <p:cNvPr id="1048638" name="Title 1"/>
          <p:cNvSpPr>
            <a:spLocks noGrp="1"/>
          </p:cNvSpPr>
          <p:nvPr>
            <p:ph type="title"/>
          </p:nvPr>
        </p:nvSpPr>
        <p:spPr/>
        <p:txBody>
          <a:bodyPr/>
          <a:p>
            <a:r>
              <a:rPr lang="en-US"/>
              <a:t>Click to edit Master title style</a:t>
            </a:r>
            <a:endParaRPr dirty="0" lang="en-US"/>
          </a:p>
        </p:txBody>
      </p:sp>
      <p:sp>
        <p:nvSpPr>
          <p:cNvPr id="1048639" name="Date Placeholder 2"/>
          <p:cNvSpPr>
            <a:spLocks noGrp="1"/>
          </p:cNvSpPr>
          <p:nvPr>
            <p:ph type="dt" sz="half" idx="10"/>
          </p:nvPr>
        </p:nvSpPr>
        <p:spPr/>
        <p:txBody>
          <a:bodyPr/>
          <a:p>
            <a:fld id="{CD17F415-F842-4B8F-925C-5A2D0564A6B3}" type="datetimeFigureOut">
              <a:rPr lang="en-PK" smtClean="0"/>
            </a:fld>
            <a:endParaRPr lang="en-PK"/>
          </a:p>
        </p:txBody>
      </p:sp>
      <p:sp>
        <p:nvSpPr>
          <p:cNvPr id="1048640" name="Footer Placeholder 3"/>
          <p:cNvSpPr>
            <a:spLocks noGrp="1"/>
          </p:cNvSpPr>
          <p:nvPr>
            <p:ph type="ftr" sz="quarter" idx="11"/>
          </p:nvPr>
        </p:nvSpPr>
        <p:spPr/>
        <p:txBody>
          <a:bodyPr/>
          <a:p>
            <a:endParaRPr lang="en-PK"/>
          </a:p>
        </p:txBody>
      </p:sp>
      <p:sp>
        <p:nvSpPr>
          <p:cNvPr id="1048641" name="Slide Number Placeholder 4"/>
          <p:cNvSpPr>
            <a:spLocks noGrp="1"/>
          </p:cNvSpPr>
          <p:nvPr>
            <p:ph type="sldNum" sz="quarter" idx="12"/>
          </p:nvPr>
        </p:nvSpPr>
        <p:spPr/>
        <p:txBody>
          <a:bodyPr/>
          <a:p>
            <a:fld id="{B6BB6308-CF77-40CB-A7EF-9CE583DBA121}" type="slidenum">
              <a:rPr lang="en-PK" smtClean="0"/>
            </a:fld>
            <a:endParaRPr lang="en-PK"/>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71" name=""/>
        <p:cNvGrpSpPr/>
        <p:nvPr/>
      </p:nvGrpSpPr>
      <p:grpSpPr>
        <a:xfrm>
          <a:off x="0" y="0"/>
          <a:ext cx="0" cy="0"/>
          <a:chOff x="0" y="0"/>
          <a:chExt cx="0" cy="0"/>
        </a:xfrm>
      </p:grpSpPr>
      <p:sp>
        <p:nvSpPr>
          <p:cNvPr id="1048679" name="Date Placeholder 1"/>
          <p:cNvSpPr>
            <a:spLocks noGrp="1"/>
          </p:cNvSpPr>
          <p:nvPr>
            <p:ph type="dt" sz="half" idx="10"/>
          </p:nvPr>
        </p:nvSpPr>
        <p:spPr/>
        <p:txBody>
          <a:bodyPr/>
          <a:p>
            <a:fld id="{CD17F415-F842-4B8F-925C-5A2D0564A6B3}" type="datetimeFigureOut">
              <a:rPr lang="en-PK" smtClean="0"/>
            </a:fld>
            <a:endParaRPr lang="en-PK"/>
          </a:p>
        </p:txBody>
      </p:sp>
      <p:sp>
        <p:nvSpPr>
          <p:cNvPr id="1048680" name="Footer Placeholder 2"/>
          <p:cNvSpPr>
            <a:spLocks noGrp="1"/>
          </p:cNvSpPr>
          <p:nvPr>
            <p:ph type="ftr" sz="quarter" idx="11"/>
          </p:nvPr>
        </p:nvSpPr>
        <p:spPr/>
        <p:txBody>
          <a:bodyPr/>
          <a:p>
            <a:endParaRPr lang="en-PK"/>
          </a:p>
        </p:txBody>
      </p:sp>
      <p:sp>
        <p:nvSpPr>
          <p:cNvPr id="1048681" name="Slide Number Placeholder 3"/>
          <p:cNvSpPr>
            <a:spLocks noGrp="1"/>
          </p:cNvSpPr>
          <p:nvPr>
            <p:ph type="sldNum" sz="quarter" idx="12"/>
          </p:nvPr>
        </p:nvSpPr>
        <p:spPr/>
        <p:txBody>
          <a:bodyPr/>
          <a:p>
            <a:fld id="{B6BB6308-CF77-40CB-A7EF-9CE583DBA121}" type="slidenum">
              <a:rPr lang="en-PK" smtClean="0"/>
            </a:fld>
            <a:endParaRPr lang="en-PK"/>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2" name=""/>
        <p:cNvGrpSpPr/>
        <p:nvPr/>
      </p:nvGrpSpPr>
      <p:grpSpPr>
        <a:xfrm>
          <a:off x="0" y="0"/>
          <a:ext cx="0" cy="0"/>
          <a:chOff x="0" y="0"/>
          <a:chExt cx="0" cy="0"/>
        </a:xfrm>
      </p:grpSpPr>
      <p:sp>
        <p:nvSpPr>
          <p:cNvPr id="1048682"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dirty="0" lang="en-US"/>
          </a:p>
        </p:txBody>
      </p:sp>
      <p:sp>
        <p:nvSpPr>
          <p:cNvPr id="104868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4" name="Text Placeholder 3"/>
          <p:cNvSpPr>
            <a:spLocks noGrp="1"/>
          </p:cNvSpPr>
          <p:nvPr>
            <p:ph type="body" sz="half" idx="2"/>
          </p:nvPr>
        </p:nvSpPr>
        <p:spPr>
          <a:xfrm>
            <a:off x="1024128" y="2257506"/>
            <a:ext cx="4389120" cy="3762294"/>
          </a:xfrm>
        </p:spPr>
        <p:txBody>
          <a:bodyPr lIns="91440" rIns="91440">
            <a:normAutofit/>
          </a:bodyPr>
          <a:lstStyle>
            <a:lvl1pPr indent="0" marL="0">
              <a:lnSpc>
                <a:spcPct val="108000"/>
              </a:lnSpc>
              <a:spcBef>
                <a:spcPts val="600"/>
              </a:spcBef>
              <a:buNone/>
              <a:defRPr sz="16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85" name="Date Placeholder 4"/>
          <p:cNvSpPr>
            <a:spLocks noGrp="1"/>
          </p:cNvSpPr>
          <p:nvPr>
            <p:ph type="dt" sz="half" idx="10"/>
          </p:nvPr>
        </p:nvSpPr>
        <p:spPr/>
        <p:txBody>
          <a:bodyPr/>
          <a:p>
            <a:fld id="{CD17F415-F842-4B8F-925C-5A2D0564A6B3}" type="datetimeFigureOut">
              <a:rPr lang="en-PK" smtClean="0"/>
            </a:fld>
            <a:endParaRPr lang="en-PK"/>
          </a:p>
        </p:txBody>
      </p:sp>
      <p:sp>
        <p:nvSpPr>
          <p:cNvPr id="1048686" name="Footer Placeholder 5"/>
          <p:cNvSpPr>
            <a:spLocks noGrp="1"/>
          </p:cNvSpPr>
          <p:nvPr>
            <p:ph type="ftr" sz="quarter" idx="11"/>
          </p:nvPr>
        </p:nvSpPr>
        <p:spPr/>
        <p:txBody>
          <a:bodyPr/>
          <a:p>
            <a:endParaRPr lang="en-PK"/>
          </a:p>
        </p:txBody>
      </p:sp>
      <p:sp>
        <p:nvSpPr>
          <p:cNvPr id="1048687" name="Slide Number Placeholder 6"/>
          <p:cNvSpPr>
            <a:spLocks noGrp="1"/>
          </p:cNvSpPr>
          <p:nvPr>
            <p:ph type="sldNum" sz="quarter" idx="12"/>
          </p:nvPr>
        </p:nvSpPr>
        <p:spPr/>
        <p:txBody>
          <a:bodyPr/>
          <a:p>
            <a:fld id="{B6BB6308-CF77-40CB-A7EF-9CE583DBA121}" type="slidenum">
              <a:rPr lang="en-PK" smtClean="0"/>
            </a:fld>
            <a:endParaRPr lang="en-PK"/>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66" name=""/>
        <p:cNvGrpSpPr/>
        <p:nvPr/>
      </p:nvGrpSpPr>
      <p:grpSpPr>
        <a:xfrm>
          <a:off x="0" y="0"/>
          <a:ext cx="0" cy="0"/>
          <a:chOff x="0" y="0"/>
          <a:chExt cx="0" cy="0"/>
        </a:xfrm>
      </p:grpSpPr>
      <p:sp>
        <p:nvSpPr>
          <p:cNvPr id="1048647" name="Title 1"/>
          <p:cNvSpPr>
            <a:spLocks noGrp="1"/>
          </p:cNvSpPr>
          <p:nvPr>
            <p:ph type="title"/>
          </p:nvPr>
        </p:nvSpPr>
        <p:spPr>
          <a:xfrm>
            <a:off x="457200" y="4960138"/>
            <a:ext cx="7772400" cy="1463040"/>
          </a:xfrm>
        </p:spPr>
        <p:txBody>
          <a:bodyPr anchor="ctr">
            <a:normAutofit/>
          </a:bodyPr>
          <a:lstStyle>
            <a:lvl1pPr algn="r">
              <a:defRPr baseline="0" sz="5000" spc="200"/>
            </a:lvl1pPr>
          </a:lstStyle>
          <a:p>
            <a:r>
              <a:rPr lang="en-US"/>
              <a:t>Click to edit Master title style</a:t>
            </a:r>
            <a:endParaRPr dirty="0" lang="en-US"/>
          </a:p>
        </p:txBody>
      </p:sp>
      <p:sp>
        <p:nvSpPr>
          <p:cNvPr id="1048648" name="Picture Placeholder 2"/>
          <p:cNvSpPr>
            <a:spLocks noChangeAspect="1" noGrp="1"/>
          </p:cNvSpPr>
          <p:nvPr>
            <p:ph type="pic" idx="1"/>
          </p:nvPr>
        </p:nvSpPr>
        <p:spPr>
          <a:xfrm>
            <a:off x="0" y="-1"/>
            <a:ext cx="12188952" cy="4572000"/>
          </a:xfrm>
          <a:solidFill>
            <a:schemeClr val="accent1">
              <a:lumMod val="60000"/>
              <a:lumOff val="40000"/>
            </a:schemeClr>
          </a:solidFill>
        </p:spPr>
        <p:txBody>
          <a:bodyPr anchor="t" bIns="45720" lIns="457200" rIns="45720" tIns="365760"/>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649" name="Text Placeholder 3"/>
          <p:cNvSpPr>
            <a:spLocks noGrp="1"/>
          </p:cNvSpPr>
          <p:nvPr>
            <p:ph type="body" sz="half" idx="2"/>
          </p:nvPr>
        </p:nvSpPr>
        <p:spPr>
          <a:xfrm>
            <a:off x="8610600" y="4960138"/>
            <a:ext cx="3200400" cy="1463040"/>
          </a:xfrm>
        </p:spPr>
        <p:txBody>
          <a:bodyPr anchor="ctr" lIns="91440" rIns="91440">
            <a:normAutofit/>
          </a:bodyPr>
          <a:lstStyle>
            <a:lvl1pPr indent="0" marL="0">
              <a:lnSpc>
                <a:spcPct val="100000"/>
              </a:lnSpc>
              <a:spcBef>
                <a:spcPts val="0"/>
              </a:spcBef>
              <a:buNone/>
              <a:defRPr sz="1800">
                <a:solidFill>
                  <a:schemeClr val="tx1">
                    <a:lumMod val="95000"/>
                    <a:lumOff val="5000"/>
                  </a:schemeClr>
                </a:solidFill>
              </a:defRPr>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0" name="Date Placeholder 4"/>
          <p:cNvSpPr>
            <a:spLocks noGrp="1"/>
          </p:cNvSpPr>
          <p:nvPr>
            <p:ph type="dt" sz="half" idx="10"/>
          </p:nvPr>
        </p:nvSpPr>
        <p:spPr/>
        <p:txBody>
          <a:bodyPr/>
          <a:p>
            <a:fld id="{CD17F415-F842-4B8F-925C-5A2D0564A6B3}" type="datetimeFigureOut">
              <a:rPr lang="en-PK" smtClean="0"/>
            </a:fld>
            <a:endParaRPr lang="en-PK"/>
          </a:p>
        </p:txBody>
      </p:sp>
      <p:sp>
        <p:nvSpPr>
          <p:cNvPr id="1048651" name="Footer Placeholder 5"/>
          <p:cNvSpPr>
            <a:spLocks noGrp="1"/>
          </p:cNvSpPr>
          <p:nvPr>
            <p:ph type="ftr" sz="quarter" idx="11"/>
          </p:nvPr>
        </p:nvSpPr>
        <p:spPr/>
        <p:txBody>
          <a:bodyPr/>
          <a:p>
            <a:endParaRPr lang="en-PK"/>
          </a:p>
        </p:txBody>
      </p:sp>
      <p:sp>
        <p:nvSpPr>
          <p:cNvPr id="1048652" name="Slide Number Placeholder 6"/>
          <p:cNvSpPr>
            <a:spLocks noGrp="1"/>
          </p:cNvSpPr>
          <p:nvPr>
            <p:ph type="sldNum" sz="quarter" idx="12"/>
          </p:nvPr>
        </p:nvSpPr>
        <p:spPr/>
        <p:txBody>
          <a:bodyPr/>
          <a:p>
            <a:fld id="{B6BB6308-CF77-40CB-A7EF-9CE583DBA121}" type="slidenum">
              <a:rPr lang="en-PK" smtClean="0"/>
            </a:fld>
            <a:endParaRPr lang="en-PK"/>
          </a:p>
        </p:txBody>
      </p:sp>
      <p:cxnSp>
        <p:nvCxnSpPr>
          <p:cNvPr id="3145731" name="Straight Connector 7"/>
          <p:cNvCxnSpPr>
            <a:cxnSpLocks/>
          </p:cNvCxnSpPr>
          <p:nvPr/>
        </p:nvCxnSpPr>
        <p:spPr>
          <a:xfrm flipV="1">
            <a:off x="8386843" y="5264106"/>
            <a:ext cx="0" cy="914400"/>
          </a:xfrm>
          <a:prstGeom prst="line"/>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7" name=""/>
        <p:cNvGrpSpPr/>
        <p:nvPr/>
      </p:nvGrpSpPr>
      <p:grpSpPr>
        <a:xfrm>
          <a:off x="0" y="0"/>
          <a:ext cx="0" cy="0"/>
          <a:chOff x="0" y="0"/>
          <a:chExt cx="0" cy="0"/>
        </a:xfrm>
      </p:grpSpPr>
      <p:sp>
        <p:nvSpPr>
          <p:cNvPr id="1048653" name="Title 1"/>
          <p:cNvSpPr>
            <a:spLocks noGrp="1"/>
          </p:cNvSpPr>
          <p:nvPr>
            <p:ph type="title"/>
          </p:nvPr>
        </p:nvSpPr>
        <p:spPr/>
        <p:txBody>
          <a:bodyPr/>
          <a:p>
            <a:r>
              <a:rPr lang="en-US"/>
              <a:t>Click to edit Master title style</a:t>
            </a:r>
            <a:endParaRPr dirty="0" lang="en-US"/>
          </a:p>
        </p:txBody>
      </p:sp>
      <p:sp>
        <p:nvSpPr>
          <p:cNvPr id="1048654"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5" name="Date Placeholder 3"/>
          <p:cNvSpPr>
            <a:spLocks noGrp="1"/>
          </p:cNvSpPr>
          <p:nvPr>
            <p:ph type="dt" sz="half" idx="10"/>
          </p:nvPr>
        </p:nvSpPr>
        <p:spPr/>
        <p:txBody>
          <a:bodyPr/>
          <a:p>
            <a:fld id="{CD17F415-F842-4B8F-925C-5A2D0564A6B3}" type="datetimeFigureOut">
              <a:rPr lang="en-PK" smtClean="0"/>
            </a:fld>
            <a:endParaRPr lang="en-PK"/>
          </a:p>
        </p:txBody>
      </p:sp>
      <p:sp>
        <p:nvSpPr>
          <p:cNvPr id="1048656" name="Footer Placeholder 4"/>
          <p:cNvSpPr>
            <a:spLocks noGrp="1"/>
          </p:cNvSpPr>
          <p:nvPr>
            <p:ph type="ftr" sz="quarter" idx="11"/>
          </p:nvPr>
        </p:nvSpPr>
        <p:spPr/>
        <p:txBody>
          <a:bodyPr/>
          <a:p>
            <a:endParaRPr lang="en-PK"/>
          </a:p>
        </p:txBody>
      </p:sp>
      <p:sp>
        <p:nvSpPr>
          <p:cNvPr id="1048657" name="Slide Number Placeholder 5"/>
          <p:cNvSpPr>
            <a:spLocks noGrp="1"/>
          </p:cNvSpPr>
          <p:nvPr>
            <p:ph type="sldNum" sz="quarter" idx="12"/>
          </p:nvPr>
        </p:nvSpPr>
        <p:spPr/>
        <p:txBody>
          <a:bodyPr/>
          <a:p>
            <a:fld id="{B6BB6308-CF77-40CB-A7EF-9CE583DBA121}" type="slidenum">
              <a:rPr lang="en-PK" smtClean="0"/>
            </a:fld>
            <a:endParaRPr lang="en-PK"/>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65" name=""/>
        <p:cNvGrpSpPr/>
        <p:nvPr/>
      </p:nvGrpSpPr>
      <p:grpSpPr>
        <a:xfrm>
          <a:off x="0" y="0"/>
          <a:ext cx="0" cy="0"/>
          <a:chOff x="0" y="0"/>
          <a:chExt cx="0" cy="0"/>
        </a:xfrm>
      </p:grpSpPr>
      <p:sp>
        <p:nvSpPr>
          <p:cNvPr id="1048642" name="Vertical Title 1"/>
          <p:cNvSpPr>
            <a:spLocks noGrp="1"/>
          </p:cNvSpPr>
          <p:nvPr>
            <p:ph type="title" orient="vert"/>
          </p:nvPr>
        </p:nvSpPr>
        <p:spPr>
          <a:xfrm>
            <a:off x="8724901" y="762000"/>
            <a:ext cx="2628900" cy="5410200"/>
          </a:xfrm>
        </p:spPr>
        <p:txBody>
          <a:bodyPr bIns="91440" lIns="45720" rIns="45720" tIns="91440" vert="eaVert"/>
          <a:p>
            <a:r>
              <a:rPr lang="en-US"/>
              <a:t>Click to edit Master title style</a:t>
            </a:r>
            <a:endParaRPr dirty="0" lang="en-US"/>
          </a:p>
        </p:txBody>
      </p:sp>
      <p:sp>
        <p:nvSpPr>
          <p:cNvPr id="1048643" name="Vertical Text Placeholder 2"/>
          <p:cNvSpPr>
            <a:spLocks noGrp="1"/>
          </p:cNvSpPr>
          <p:nvPr>
            <p:ph type="body" orient="vert" idx="1"/>
          </p:nvPr>
        </p:nvSpPr>
        <p:spPr>
          <a:xfrm>
            <a:off x="990601" y="762000"/>
            <a:ext cx="7581900" cy="5410200"/>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44" name="Date Placeholder 3"/>
          <p:cNvSpPr>
            <a:spLocks noGrp="1"/>
          </p:cNvSpPr>
          <p:nvPr>
            <p:ph type="dt" sz="half" idx="10"/>
          </p:nvPr>
        </p:nvSpPr>
        <p:spPr/>
        <p:txBody>
          <a:bodyPr/>
          <a:p>
            <a:fld id="{CD17F415-F842-4B8F-925C-5A2D0564A6B3}" type="datetimeFigureOut">
              <a:rPr lang="en-PK" smtClean="0"/>
            </a:fld>
            <a:endParaRPr lang="en-PK"/>
          </a:p>
        </p:txBody>
      </p:sp>
      <p:sp>
        <p:nvSpPr>
          <p:cNvPr id="1048645" name="Footer Placeholder 4"/>
          <p:cNvSpPr>
            <a:spLocks noGrp="1"/>
          </p:cNvSpPr>
          <p:nvPr>
            <p:ph type="ftr" sz="quarter" idx="11"/>
          </p:nvPr>
        </p:nvSpPr>
        <p:spPr/>
        <p:txBody>
          <a:bodyPr/>
          <a:p>
            <a:endParaRPr lang="en-PK"/>
          </a:p>
        </p:txBody>
      </p:sp>
      <p:sp>
        <p:nvSpPr>
          <p:cNvPr id="1048646" name="Slide Number Placeholder 5"/>
          <p:cNvSpPr>
            <a:spLocks noGrp="1"/>
          </p:cNvSpPr>
          <p:nvPr>
            <p:ph type="sldNum" sz="quarter" idx="12"/>
          </p:nvPr>
        </p:nvSpPr>
        <p:spPr/>
        <p:txBody>
          <a:bodyPr/>
          <a:p>
            <a:fld id="{B6BB6308-CF77-40CB-A7EF-9CE583DBA121}" type="slidenum">
              <a:rPr lang="en-PK" smtClean="0"/>
            </a:fld>
            <a:endParaRPr lang="en-PK"/>
          </a:p>
        </p:txBody>
      </p:sp>
      <p:cxnSp>
        <p:nvCxnSpPr>
          <p:cNvPr id="3145730" name="Straight Connector 6"/>
          <p:cNvCxnSpPr>
            <a:cxnSpLocks/>
          </p:cNvCxnSpPr>
          <p:nvPr/>
        </p:nvCxnSpPr>
        <p:spPr>
          <a:xfrm rot="5400000" flipV="1">
            <a:off x="10058400" y="59263"/>
            <a:ext cx="0" cy="914400"/>
          </a:xfrm>
          <a:prstGeom prst="line"/>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1024128" y="585216"/>
            <a:ext cx="9720072" cy="1499616"/>
          </a:xfrm>
          <a:prstGeom prst="rect"/>
        </p:spPr>
        <p:txBody>
          <a:bodyPr anchor="ctr" bIns="45720" lIns="91440" rIns="91440" rtlCol="0" tIns="45720" vert="horz">
            <a:normAutofit/>
          </a:bodyPr>
          <a:p>
            <a:r>
              <a:rPr lang="en-US"/>
              <a:t>Click to edit Master title style</a:t>
            </a:r>
            <a:endParaRPr dirty="0" lang="en-US"/>
          </a:p>
        </p:txBody>
      </p:sp>
      <p:sp>
        <p:nvSpPr>
          <p:cNvPr id="1048577" name="Text Placeholder 2"/>
          <p:cNvSpPr>
            <a:spLocks noGrp="1"/>
          </p:cNvSpPr>
          <p:nvPr>
            <p:ph type="body" idx="1"/>
          </p:nvPr>
        </p:nvSpPr>
        <p:spPr>
          <a:xfrm>
            <a:off x="1024128" y="2286000"/>
            <a:ext cx="9720073" cy="4023360"/>
          </a:xfrm>
          <a:prstGeom prst="rect"/>
        </p:spPr>
        <p:txBody>
          <a:bodyPr bIns="45720" lIns="45720" rIns="4572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78" name="Date Placeholder 3"/>
          <p:cNvSpPr>
            <a:spLocks noGrp="1"/>
          </p:cNvSpPr>
          <p:nvPr>
            <p:ph type="dt" sz="half" idx="2"/>
          </p:nvPr>
        </p:nvSpPr>
        <p:spPr>
          <a:xfrm>
            <a:off x="1024129" y="6470704"/>
            <a:ext cx="2154143" cy="274320"/>
          </a:xfrm>
          <a:prstGeom prst="rect"/>
        </p:spPr>
        <p:txBody>
          <a:bodyPr anchor="ctr" bIns="45720" lIns="91440" rIns="91440" rtlCol="0" tIns="45720" vert="horz"/>
          <a:lstStyle>
            <a:lvl1pPr algn="l">
              <a:defRPr sz="1000">
                <a:solidFill>
                  <a:schemeClr val="tx1">
                    <a:lumMod val="95000"/>
                    <a:lumOff val="5000"/>
                  </a:schemeClr>
                </a:solidFill>
                <a:latin typeface="+mj-lt"/>
              </a:defRPr>
            </a:lvl1pPr>
          </a:lstStyle>
          <a:p>
            <a:fld id="{CD17F415-F842-4B8F-925C-5A2D0564A6B3}" type="datetimeFigureOut">
              <a:rPr lang="en-PK" smtClean="0"/>
            </a:fld>
            <a:endParaRPr lang="en-PK"/>
          </a:p>
        </p:txBody>
      </p:sp>
      <p:sp>
        <p:nvSpPr>
          <p:cNvPr id="1048579" name="Footer Placeholder 4"/>
          <p:cNvSpPr>
            <a:spLocks noGrp="1"/>
          </p:cNvSpPr>
          <p:nvPr>
            <p:ph type="ftr" sz="quarter" idx="3"/>
          </p:nvPr>
        </p:nvSpPr>
        <p:spPr>
          <a:xfrm>
            <a:off x="4842932" y="6470704"/>
            <a:ext cx="5901459" cy="274320"/>
          </a:xfrm>
          <a:prstGeom prst="rect"/>
        </p:spPr>
        <p:txBody>
          <a:bodyPr anchor="ctr" bIns="45720" lIns="91440" rIns="91440" rtlCol="0" tIns="45720" vert="horz"/>
          <a:lstStyle>
            <a:lvl1pPr algn="r">
              <a:defRPr baseline="0" cap="all" sz="1000">
                <a:solidFill>
                  <a:schemeClr val="tx1">
                    <a:lumMod val="95000"/>
                    <a:lumOff val="5000"/>
                  </a:schemeClr>
                </a:solidFill>
                <a:latin typeface="+mj-lt"/>
              </a:defRPr>
            </a:lvl1pPr>
          </a:lstStyle>
          <a:p>
            <a:endParaRPr lang="en-PK"/>
          </a:p>
        </p:txBody>
      </p:sp>
      <p:sp>
        <p:nvSpPr>
          <p:cNvPr id="1048580" name="Slide Number Placeholder 5"/>
          <p:cNvSpPr>
            <a:spLocks noGrp="1"/>
          </p:cNvSpPr>
          <p:nvPr>
            <p:ph type="sldNum" sz="quarter" idx="4"/>
          </p:nvPr>
        </p:nvSpPr>
        <p:spPr>
          <a:xfrm>
            <a:off x="10837333" y="6470704"/>
            <a:ext cx="973667" cy="274320"/>
          </a:xfrm>
          <a:prstGeom prst="rect"/>
        </p:spPr>
        <p:txBody>
          <a:bodyPr anchor="ctr" bIns="45720" lIns="91440" rIns="91440" rtlCol="0" tIns="45720" vert="horz"/>
          <a:lstStyle>
            <a:lvl1pPr algn="l">
              <a:defRPr sz="1000">
                <a:solidFill>
                  <a:schemeClr val="tx1">
                    <a:lumMod val="95000"/>
                    <a:lumOff val="5000"/>
                  </a:schemeClr>
                </a:solidFill>
                <a:latin typeface="+mj-lt"/>
              </a:defRPr>
            </a:lvl1pPr>
          </a:lstStyle>
          <a:p>
            <a:fld id="{B6BB6308-CF77-40CB-A7EF-9CE583DBA121}" type="slidenum">
              <a:rPr lang="en-PK" smtClean="0"/>
            </a:fld>
            <a:endParaRPr lang="en-PK"/>
          </a:p>
        </p:txBody>
      </p:sp>
      <p:cxnSp>
        <p:nvCxnSpPr>
          <p:cNvPr id="3145728" name="Straight Connector 6"/>
          <p:cNvCxnSpPr>
            <a:cxnSpLocks/>
          </p:cNvCxnSpPr>
          <p:nvPr/>
        </p:nvCxnSpPr>
        <p:spPr>
          <a:xfrm flipV="1">
            <a:off x="762000" y="826324"/>
            <a:ext cx="0" cy="914400"/>
          </a:xfrm>
          <a:prstGeom prst="line"/>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80000"/>
        </a:lnSpc>
        <a:spcBef>
          <a:spcPct val="0"/>
        </a:spcBef>
        <a:buNone/>
        <a:defRPr baseline="0" cap="all" sz="5000" kern="1200" spc="100">
          <a:solidFill>
            <a:schemeClr val="tx1">
              <a:lumMod val="95000"/>
              <a:lumOff val="5000"/>
            </a:schemeClr>
          </a:solidFill>
          <a:latin typeface="+mj-lt"/>
          <a:ea typeface="+mj-ea"/>
          <a:cs typeface="+mj-cs"/>
        </a:defRPr>
      </a:lvl1pPr>
    </p:titleStyle>
    <p:bodyStyle>
      <a:lvl1pPr algn="l" defTabSz="914400" eaLnBrk="1" hangingPunct="1" indent="-91440" latinLnBrk="0" marL="91440" rtl="0">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algn="l" defTabSz="914400" eaLnBrk="1" hangingPunct="1" indent="-137160" latinLnBrk="0" marL="265176" rtl="0">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algn="l" defTabSz="914400" eaLnBrk="1" hangingPunct="1" indent="-137160" latinLnBrk="0" marL="448056" rtl="0">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algn="l" defTabSz="914400" eaLnBrk="1" hangingPunct="1" indent="-137160" latinLnBrk="0" marL="594360" rtl="0">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algn="l" defTabSz="914400" eaLnBrk="1" hangingPunct="1" indent="-137160" latinLnBrk="0" marL="777240" rtl="0">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algn="l" defTabSz="914400" eaLnBrk="1" hangingPunct="1" indent="-137160" latinLnBrk="0" marL="914400" rtl="0">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algn="l" defTabSz="914400" eaLnBrk="1" hangingPunct="1" indent="-137160" latinLnBrk="0" marL="1060704" rtl="0">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algn="l" defTabSz="914400" eaLnBrk="1" hangingPunct="1" indent="-137160" latinLnBrk="0" marL="1216152" rtl="0">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algn="l" defTabSz="914400" eaLnBrk="1" hangingPunct="1" indent="-137160" latinLnBrk="0" marL="1362456" rtl="0">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hyperlink" Target="https://www.google.com/search?q=Society&amp;sca_esv=4e0bfa84728bf4dd&amp;biw=1396&amp;bih=663&amp;sxsrf=ANbL-n7tuc9l8FVkyLZ9q6b41j46KxNyYQ:1774554899008&amp;ei=E4_FaZAZ8YWFsg_fjKsh&amp;ved=2ahUKEwjq0MWyrL6TAxXbVUEAHQdCBnwQgK4QegQIARAC&amp;uact=5&amp;oq=What%20is%20Society%20and%20Civilization%20?%20&amp;gs_lp=Egxnd3Mtd2l6LXNlcnAiI1doYXQgaXMgU29jaWV0eSBhbmQgQ2l2aWxpemF0aW9uID8gMhYQABiABBiKBRhDGOcGGOoCGLQC2AECMhYQABiABBiKBRhDGOcGGOoCGLQC2AECMhYQABiABBiKBRhDGOcGGOoCGLQC2AECMhYQABiABBiKBRhDGOcGGOoCGLQC2AECMhYQABiABBiKBRhDGOcGGOoCGLQC2AECMhYQABiABBiKBRhDGOcGGOoCGLQC2AECMhYQABiABBiKBRhDGOcGGOoCGLQC2AECMhYQABiABBiKBRhDGOcGGOoCGLQC2AECMhYQABiABBiKBRhDGOcGGOoCGLQC2AECMhYQABiABBiKBRhDGOcGGOoCGLQC2AECMhAQABgDGI8BGOoCGLQC2AEBMhAQABgDGI8BGOoCGLQC2AEBMhAQABgDGI8BGOoCGLQC2AEBMhAQLhgDGI8BGOoCGLQC2AEBMhAQABgDGI8BGOoCGLQC2AEBMhAQABgDGI8BGOoCGLQC2AEBMhAQABgDGI8BGOoCGLQC2AEBMhAQABgDGI8BGOoCGLQC2AEBMhAQABgDGI8BGOoCGLQC2AEBMhAQABgDGI8BGOoCGLQC2AEBSMAOUKMGWIwLcAJ4AZABAJgBAKABAKoBALgBA8gBAPgBAfgBApgCAqACD6gCFMICChAAGEcY1gQYsAPCAg0QABiABBiKBRhDGLADwgIOEAAY5AIY1gQYsAPYAQHCAhcQLhjcBhi4BhjaBhjYAhjIAxiwA9gBAZgDBvEFsKCW0BAxQr6IBgGQBhO6BgYIARABGAm6BgQIAhgHkgcBMqAHALIHALgHAMIHAzItMsgHDYAIAQ&amp;sclient=gws-wiz-serp&amp;mstk=AUtExfBoqsDlsL2LRt2OFEf-OeQidEtg5_lsS9IGidSGTFDDt8gjJdVzPkjhrqVLfo59kf_E3Q2s2E5Fj_47Z017Hik4ZFJLuSnBQWV-e5LaWD9MsXxNZMfDkYIEVe3ODsdSn7QteKI3QP2MSD5Z3yCMwr2Gevoxz4cx-AINUBO0pxNEBSoDlqrlO9_ne2iDgxCrpsfX3lJwSCNtKMOA8gYwAMT98cK4RkiheX6G_WfgJIFTnw&amp;csui=3" TargetMode="External"/><Relationship Id="rId2" Type="http://schemas.openxmlformats.org/officeDocument/2006/relationships/hyperlink" Target="https://www.google.com/search?q=Civilization&amp;sca_esv=4e0bfa84728bf4dd&amp;biw=1396&amp;bih=663&amp;sxsrf=ANbL-n7tuc9l8FVkyLZ9q6b41j46KxNyYQ:1774554899008&amp;ei=E4_FaZAZ8YWFsg_fjKsh&amp;ved=2ahUKEwjq0MWyrL6TAxXbVUEAHQdCBnwQgK4QegQIARAD&amp;uact=5&amp;oq=What%20is%20Society%20and%20Civilization%20?%20&amp;gs_lp=Egxnd3Mtd2l6LXNlcnAiI1doYXQgaXMgU29jaWV0eSBhbmQgQ2l2aWxpemF0aW9uID8gMhYQABiABBiKBRhDGOcGGOoCGLQC2AECMhYQABiABBiKBRhDGOcGGOoCGLQC2AECMhYQABiABBiKBRhDGOcGGOoCGLQC2AECMhYQABiABBiKBRhDGOcGGOoCGLQC2AECMhYQABiABBiKBRhDGOcGGOoCGLQC2AECMhYQABiABBiKBRhDGOcGGOoCGLQC2AECMhYQABiABBiKBRhDGOcGGOoCGLQC2AECMhYQABiABBiKBRhDGOcGGOoCGLQC2AECMhYQABiABBiKBRhDGOcGGOoCGLQC2AECMhYQABiABBiKBRhDGOcGGOoCGLQC2AECMhAQABgDGI8BGOoCGLQC2AEBMhAQABgDGI8BGOoCGLQC2AEBMhAQABgDGI8BGOoCGLQC2AEBMhAQLhgDGI8BGOoCGLQC2AEBMhAQABgDGI8BGOoCGLQC2AEBMhAQABgDGI8BGOoCGLQC2AEBMhAQABgDGI8BGOoCGLQC2AEBMhAQABgDGI8BGOoCGLQC2AEBMhAQABgDGI8BGOoCGLQC2AEBMhAQABgDGI8BGOoCGLQC2AEBSMAOUKMGWIwLcAJ4AZABAJgBAKABAKoBALgBA8gBAPgBAfgBApgCAqACD6gCFMICChAAGEcY1gQYsAPCAg0QABiABBiKBRhDGLADwgIOEAAY5AIY1gQYsAPYAQHCAhcQLhjcBhi4BhjaBhjYAhjIAxiwA9gBAZgDBvEFsKCW0BAxQr6IBgGQBhO6BgYIARABGAm6BgQIAhgHkgcBMqAHALIHALgHAMIHAzItMsgHDYAIAQ&amp;sclient=gws-wiz-serp&amp;mstk=AUtExfBoqsDlsL2LRt2OFEf-OeQidEtg5_lsS9IGidSGTFDDt8gjJdVzPkjhrqVLfo59kf_E3Q2s2E5Fj_47Z017Hik4ZFJLuSnBQWV-e5LaWD9MsXxNZMfDkYIEVe3ODsdSn7QteKI3QP2MSD5Z3yCMwr2Gevoxz4cx-AINUBO0pxNEBSoDlqrlO9_ne2iDgxCrpsfX3lJwSCNtKMOA8gYwAMT98cK4RkiheX6G_WfgJIFTnw&amp;csui=3" TargetMode="External"/><Relationship Id="rId3"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8" name="Title 1"/>
          <p:cNvSpPr>
            <a:spLocks noGrp="1"/>
          </p:cNvSpPr>
          <p:nvPr>
            <p:ph type="ctrTitle"/>
          </p:nvPr>
        </p:nvSpPr>
        <p:spPr/>
        <p:txBody>
          <a:bodyPr>
            <a:noAutofit/>
          </a:bodyPr>
          <a:p>
            <a:pPr algn="ctr"/>
            <a:r>
              <a:rPr b="1" dirty="0" sz="7000" lang="en-US">
                <a:solidFill>
                  <a:srgbClr val="0070C0"/>
                </a:solidFill>
                <a:latin typeface="Algerian" panose="04020705040A02060702" pitchFamily="82" charset="0"/>
              </a:rPr>
              <a:t>Society and Civilization </a:t>
            </a:r>
            <a:endParaRPr b="1" dirty="0" sz="7000" lang="en-PK">
              <a:solidFill>
                <a:srgbClr val="0070C0"/>
              </a:solidFill>
              <a:latin typeface="Algerian" panose="04020705040A02060702" pitchFamily="82" charset="0"/>
            </a:endParaRPr>
          </a:p>
        </p:txBody>
      </p:sp>
      <p:sp>
        <p:nvSpPr>
          <p:cNvPr id="1048589" name="Subtitle 2"/>
          <p:cNvSpPr>
            <a:spLocks noGrp="1"/>
          </p:cNvSpPr>
          <p:nvPr>
            <p:ph type="subTitle" idx="1"/>
          </p:nvPr>
        </p:nvSpPr>
        <p:spPr/>
        <p:txBody>
          <a:bodyPr>
            <a:normAutofit/>
          </a:bodyPr>
          <a:p>
            <a:endParaRPr b="1" dirty="0" sz="2800" lang="en-PK"/>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595" name="Title 1"/>
          <p:cNvSpPr>
            <a:spLocks noGrp="1"/>
          </p:cNvSpPr>
          <p:nvPr>
            <p:ph type="title"/>
          </p:nvPr>
        </p:nvSpPr>
        <p:spPr>
          <a:xfrm>
            <a:off x="575035" y="585216"/>
            <a:ext cx="10169165" cy="1499616"/>
          </a:xfrm>
        </p:spPr>
        <p:txBody>
          <a:bodyPr>
            <a:normAutofit/>
          </a:bodyPr>
          <a:p>
            <a:pPr algn="ctr"/>
            <a:r>
              <a:rPr b="1" dirty="0" sz="5400" lang="en-US">
                <a:solidFill>
                  <a:srgbClr val="0070C0"/>
                </a:solidFill>
                <a:highlight>
                  <a:srgbClr val="00FFFF"/>
                </a:highlight>
                <a:latin typeface="Algerian" panose="04020705040A02060702" pitchFamily="82" charset="0"/>
              </a:rPr>
              <a:t>Society and Civilization</a:t>
            </a:r>
            <a:endParaRPr b="1" dirty="0" sz="5400" lang="en-PK">
              <a:solidFill>
                <a:srgbClr val="0070C0"/>
              </a:solidFill>
              <a:highlight>
                <a:srgbClr val="00FFFF"/>
              </a:highlight>
              <a:latin typeface="Algerian" panose="04020705040A02060702" pitchFamily="82" charset="0"/>
            </a:endParaRPr>
          </a:p>
        </p:txBody>
      </p:sp>
      <p:sp>
        <p:nvSpPr>
          <p:cNvPr id="1048596" name="Content Placeholder 2"/>
          <p:cNvSpPr>
            <a:spLocks noGrp="1"/>
          </p:cNvSpPr>
          <p:nvPr>
            <p:ph idx="1"/>
          </p:nvPr>
        </p:nvSpPr>
        <p:spPr>
          <a:xfrm>
            <a:off x="799580" y="2249424"/>
            <a:ext cx="9720073" cy="4023360"/>
          </a:xfrm>
        </p:spPr>
        <p:txBody>
          <a:bodyPr>
            <a:normAutofit fontScale="95455" lnSpcReduction="10000"/>
          </a:bodyPr>
          <a:p>
            <a:pPr algn="just"/>
            <a:r>
              <a:rPr b="1" dirty="0" sz="3600" lang="en-US">
                <a:solidFill>
                  <a:schemeClr val="accent1"/>
                </a:solidFill>
                <a:effectLst/>
                <a:latin typeface="Algerian" panose="04020705040A02060702" pitchFamily="82" charset="0"/>
                <a:hlinkClick r:id="rId1"/>
              </a:rPr>
              <a:t>Society</a:t>
            </a:r>
            <a:r>
              <a:rPr dirty="0" sz="3600" lang="en-US"/>
              <a:t> is an organized group of people sharing a common culture, territory, and institutions that facilitate cooperation, such as family and government. </a:t>
            </a:r>
          </a:p>
          <a:p>
            <a:pPr algn="just"/>
            <a:r>
              <a:rPr b="1" dirty="0" sz="3600" lang="en-US">
                <a:solidFill>
                  <a:srgbClr val="C00000"/>
                </a:solidFill>
                <a:effectLst/>
                <a:latin typeface="Algerian" panose="04020705040A02060702" pitchFamily="82" charset="0"/>
                <a:hlinkClick r:id="rId2"/>
              </a:rPr>
              <a:t>Civilization</a:t>
            </a:r>
            <a:r>
              <a:rPr dirty="0" sz="3600" lang="en-US"/>
              <a:t> is an advanced, complex stage of human society characterized by urban settlements, specialized labor, social hierarchies, and technological development</a:t>
            </a:r>
            <a:r>
              <a:rPr dirty="0" lang="en-US"/>
              <a:t>.</a:t>
            </a:r>
            <a:endParaRPr dirty="0" sz="3600" lang="en-PK"/>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597" name="Title 1"/>
          <p:cNvSpPr>
            <a:spLocks noGrp="1"/>
          </p:cNvSpPr>
          <p:nvPr>
            <p:ph type="title"/>
          </p:nvPr>
        </p:nvSpPr>
        <p:spPr/>
        <p:txBody>
          <a:bodyPr>
            <a:normAutofit/>
          </a:bodyPr>
          <a:p>
            <a:pPr algn="ctr"/>
            <a:r>
              <a:rPr b="1" dirty="0" sz="6600" lang="en-US">
                <a:solidFill>
                  <a:schemeClr val="accent2"/>
                </a:solidFill>
                <a:highlight>
                  <a:srgbClr val="00FFFF"/>
                </a:highlight>
                <a:latin typeface="Algerian" panose="04020705040A02060702" pitchFamily="82" charset="0"/>
              </a:rPr>
              <a:t>Ancient civilizations</a:t>
            </a:r>
            <a:endParaRPr b="1" dirty="0" sz="6600" lang="en-PK">
              <a:solidFill>
                <a:schemeClr val="accent2"/>
              </a:solidFill>
              <a:highlight>
                <a:srgbClr val="00FFFF"/>
              </a:highlight>
              <a:latin typeface="Algerian" panose="04020705040A02060702" pitchFamily="82" charset="0"/>
            </a:endParaRPr>
          </a:p>
        </p:txBody>
      </p:sp>
      <p:sp>
        <p:nvSpPr>
          <p:cNvPr id="1048598" name="Content Placeholder 2"/>
          <p:cNvSpPr>
            <a:spLocks noGrp="1"/>
          </p:cNvSpPr>
          <p:nvPr>
            <p:ph idx="1"/>
          </p:nvPr>
        </p:nvSpPr>
        <p:spPr/>
        <p:txBody>
          <a:bodyPr>
            <a:normAutofit fontScale="91667" lnSpcReduction="10000"/>
          </a:bodyPr>
          <a:p>
            <a:pPr algn="just"/>
            <a:r>
              <a:rPr dirty="0" sz="3600" lang="en-US"/>
              <a:t>Ancient civilizations (c. 4000 BCE – 500 CE) were the first settled, urbanized societies, primarily emerging in river valleys like Mesopotamia, Egypt, the Indus Valley, and China. These societies developed agriculture, complex social structures, writing systems, and monumental architecture. Key cradles of civilization included Mesopotamia, Egypt, Indus Valley, China, Peru, and Mexico.</a:t>
            </a:r>
            <a:endParaRPr dirty="0" sz="3600" lang="en-PK"/>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599" name="Title 1"/>
          <p:cNvSpPr>
            <a:spLocks noGrp="1"/>
          </p:cNvSpPr>
          <p:nvPr>
            <p:ph type="title"/>
          </p:nvPr>
        </p:nvSpPr>
        <p:spPr/>
        <p:txBody>
          <a:bodyPr>
            <a:noAutofit/>
          </a:bodyPr>
          <a:p>
            <a:pPr algn="ctr"/>
            <a:r>
              <a:rPr b="1" dirty="0" sz="5600" lang="en-US">
                <a:solidFill>
                  <a:schemeClr val="accent2"/>
                </a:solidFill>
                <a:highlight>
                  <a:srgbClr val="00FFFF"/>
                </a:highlight>
                <a:latin typeface="Algerian" panose="04020705040A02060702" pitchFamily="82" charset="0"/>
              </a:rPr>
              <a:t>Key ancient civilization </a:t>
            </a:r>
            <a:endParaRPr b="1" dirty="0" sz="5600" lang="en-PK">
              <a:solidFill>
                <a:schemeClr val="accent2"/>
              </a:solidFill>
              <a:highlight>
                <a:srgbClr val="00FFFF"/>
              </a:highlight>
              <a:latin typeface="Algerian" panose="04020705040A02060702" pitchFamily="82" charset="0"/>
            </a:endParaRPr>
          </a:p>
        </p:txBody>
      </p:sp>
      <p:sp>
        <p:nvSpPr>
          <p:cNvPr id="1048600" name="Rectangle 3"/>
          <p:cNvSpPr>
            <a:spLocks noGrp="1" noChangeArrowheads="1"/>
          </p:cNvSpPr>
          <p:nvPr>
            <p:ph idx="1"/>
          </p:nvPr>
        </p:nvSpPr>
        <p:spPr bwMode="auto">
          <a:xfrm>
            <a:off x="1024128" y="1562861"/>
            <a:ext cx="9437395" cy="5295899"/>
          </a:xfrm>
          <a:prstGeom prst="rect"/>
          <a:solidFill>
            <a:srgbClr val="FFFFFF"/>
          </a:solidFill>
          <a:ln>
            <a:noFill/>
          </a:ln>
          <a:effectLst/>
        </p:spPr>
        <p:txBody>
          <a:bodyPr anchor="ctr" anchorCtr="0" bIns="0" compatLnSpc="1" lIns="0" numCol="1" rIns="0" tIns="0" vert="horz" wrap="square">
            <a:prstTxWarp prst="textNoShape"/>
            <a:spAutoFit/>
          </a:bodyPr>
          <a:p>
            <a:pPr algn="just" eaLnBrk="0" fontAlgn="base" hangingPunct="0">
              <a:lnSpc>
                <a:spcPct val="100000"/>
              </a:lnSpc>
              <a:spcBef>
                <a:spcPct val="0"/>
              </a:spcBef>
              <a:spcAft>
                <a:spcPct val="0"/>
              </a:spcAft>
              <a:buClrTx/>
              <a:buSzTx/>
            </a:pPr>
            <a:r>
              <a:rPr altLang="en-PK" baseline="0" b="1" cap="none" dirty="0" sz="2800" i="0" kumimoji="0" lang="en-US" normalizeH="0" strike="noStrike" u="sng">
                <a:ln>
                  <a:noFill/>
                </a:ln>
                <a:solidFill>
                  <a:schemeClr val="accent4"/>
                </a:solidFill>
                <a:effectLst/>
                <a:cs typeface="Arial" panose="020B0604020202020204" pitchFamily="34" charset="0"/>
              </a:rPr>
              <a:t>Mesopotamia</a:t>
            </a:r>
            <a:r>
              <a:rPr altLang="en-PK" baseline="0" b="1" cap="none" dirty="0" sz="2300" i="0" kumimoji="0" lang="en-PK" normalizeH="0" strike="noStrike" u="sng">
                <a:ln>
                  <a:noFill/>
                </a:ln>
                <a:solidFill>
                  <a:srgbClr val="0A0A0A"/>
                </a:solidFill>
                <a:effectLst/>
                <a:cs typeface="Arial" panose="020B0604020202020204" pitchFamily="34" charset="0"/>
              </a:rPr>
              <a:t> </a:t>
            </a:r>
            <a:r>
              <a:rPr altLang="en-PK" baseline="0" b="1" cap="none" dirty="0" sz="2300" i="0" kumimoji="0" lang="en-PK" normalizeH="0" strike="noStrike" u="none">
                <a:ln>
                  <a:noFill/>
                </a:ln>
                <a:solidFill>
                  <a:srgbClr val="0A0A0A"/>
                </a:solidFill>
                <a:effectLst/>
                <a:cs typeface="Arial" panose="020B0604020202020204" pitchFamily="34" charset="0"/>
              </a:rPr>
              <a:t>(Sumer, Assyria, Babylon):</a:t>
            </a:r>
            <a:r>
              <a:rPr altLang="en-PK" baseline="0" b="0" cap="none" dirty="0" sz="2300" i="0" kumimoji="0" lang="en-PK" normalizeH="0" strike="noStrike" u="none">
                <a:ln>
                  <a:noFill/>
                </a:ln>
                <a:solidFill>
                  <a:srgbClr val="0A0A0A"/>
                </a:solidFill>
                <a:effectLst/>
                <a:cs typeface="Arial" panose="020B0604020202020204" pitchFamily="34" charset="0"/>
              </a:rPr>
              <a:t> Known as the oldest civilization, developing writing (cuneiform) and cities between the Tigris and Euphrates rivers.</a:t>
            </a:r>
          </a:p>
          <a:p>
            <a:pPr algn="just" eaLnBrk="0" fontAlgn="base" hangingPunct="0">
              <a:lnSpc>
                <a:spcPct val="100000"/>
              </a:lnSpc>
              <a:spcBef>
                <a:spcPct val="0"/>
              </a:spcBef>
              <a:spcAft>
                <a:spcPct val="0"/>
              </a:spcAft>
              <a:buClrTx/>
              <a:buSzTx/>
            </a:pPr>
            <a:r>
              <a:rPr altLang="en-PK" baseline="0" b="1" cap="none" dirty="0" sz="2300" i="0" kumimoji="0" lang="en-PK" normalizeH="0" strike="noStrike" u="sng">
                <a:ln>
                  <a:noFill/>
                </a:ln>
                <a:solidFill>
                  <a:srgbClr val="FFC000"/>
                </a:solidFill>
                <a:effectLst/>
                <a:cs typeface="Arial" panose="020B0604020202020204" pitchFamily="34" charset="0"/>
              </a:rPr>
              <a:t>Ancient Egypt:</a:t>
            </a:r>
            <a:r>
              <a:rPr altLang="en-PK" baseline="0" b="0" cap="none" dirty="0" sz="2300" i="0" kumimoji="0" lang="en-PK" normalizeH="0" strike="noStrike" u="sng">
                <a:ln>
                  <a:noFill/>
                </a:ln>
                <a:solidFill>
                  <a:srgbClr val="FFC000"/>
                </a:solidFill>
                <a:effectLst/>
                <a:cs typeface="Arial" panose="020B0604020202020204" pitchFamily="34" charset="0"/>
              </a:rPr>
              <a:t> </a:t>
            </a:r>
            <a:r>
              <a:rPr altLang="en-PK" baseline="0" b="0" cap="none" dirty="0" sz="2300" i="0" kumimoji="0" lang="en-PK" normalizeH="0" strike="noStrike" u="none">
                <a:ln>
                  <a:noFill/>
                </a:ln>
                <a:solidFill>
                  <a:srgbClr val="0A0A0A"/>
                </a:solidFill>
                <a:effectLst/>
                <a:cs typeface="Arial" panose="020B0604020202020204" pitchFamily="34" charset="0"/>
              </a:rPr>
              <a:t>Famed for its complex kingdom, Nile-based agriculture, and monumental structures like pyramids.</a:t>
            </a:r>
          </a:p>
          <a:p>
            <a:pPr algn="just" eaLnBrk="0" fontAlgn="base" hangingPunct="0">
              <a:lnSpc>
                <a:spcPct val="100000"/>
              </a:lnSpc>
              <a:spcBef>
                <a:spcPct val="0"/>
              </a:spcBef>
              <a:spcAft>
                <a:spcPct val="0"/>
              </a:spcAft>
              <a:buClrTx/>
              <a:buSzTx/>
            </a:pPr>
            <a:r>
              <a:rPr altLang="en-PK" baseline="0" b="1" cap="none" dirty="0" sz="2300" i="0" kumimoji="0" lang="en-US" normalizeH="0" strike="noStrike" u="sng">
                <a:ln>
                  <a:noFill/>
                </a:ln>
                <a:solidFill>
                  <a:srgbClr val="FF0000"/>
                </a:solidFill>
                <a:effectLst/>
                <a:cs typeface="Arial" panose="020B0604020202020204" pitchFamily="34" charset="0"/>
              </a:rPr>
              <a:t>Indus Valley</a:t>
            </a:r>
            <a:r>
              <a:rPr altLang="en-PK" b="1" dirty="0" sz="2300" lang="en-US" u="sng">
                <a:solidFill>
                  <a:srgbClr val="FF0000"/>
                </a:solidFill>
                <a:cs typeface="Arial" panose="020B0604020202020204" pitchFamily="34" charset="0"/>
              </a:rPr>
              <a:t> </a:t>
            </a:r>
            <a:r>
              <a:rPr altLang="en-PK" baseline="0" b="1" cap="none" dirty="0" sz="2300" i="0" kumimoji="0" lang="en-PK" normalizeH="0" strike="noStrike" u="sng">
                <a:ln>
                  <a:noFill/>
                </a:ln>
                <a:solidFill>
                  <a:srgbClr val="FF0000"/>
                </a:solidFill>
                <a:effectLst/>
                <a:cs typeface="Arial" panose="020B0604020202020204" pitchFamily="34" charset="0"/>
              </a:rPr>
              <a:t>Civilization:</a:t>
            </a:r>
            <a:r>
              <a:rPr altLang="en-PK" baseline="0" b="0" cap="none" dirty="0" sz="2300" i="0" kumimoji="0" lang="en-PK" normalizeH="0" strike="noStrike" u="sng">
                <a:ln>
                  <a:noFill/>
                </a:ln>
                <a:solidFill>
                  <a:srgbClr val="FF0000"/>
                </a:solidFill>
                <a:effectLst/>
                <a:cs typeface="Arial" panose="020B0604020202020204" pitchFamily="34" charset="0"/>
              </a:rPr>
              <a:t> </a:t>
            </a:r>
            <a:r>
              <a:rPr altLang="en-PK" baseline="0" b="0" cap="none" dirty="0" sz="2300" i="0" kumimoji="0" lang="en-PK" normalizeH="0" strike="noStrike" u="none">
                <a:ln>
                  <a:noFill/>
                </a:ln>
                <a:solidFill>
                  <a:srgbClr val="0A0A0A"/>
                </a:solidFill>
                <a:effectLst/>
                <a:cs typeface="Arial" panose="020B0604020202020204" pitchFamily="34" charset="0"/>
              </a:rPr>
              <a:t>A large, highly organized urban society in modern-day Pakistan and India.</a:t>
            </a:r>
          </a:p>
          <a:p>
            <a:pPr algn="just" eaLnBrk="0" fontAlgn="base" hangingPunct="0">
              <a:lnSpc>
                <a:spcPct val="100000"/>
              </a:lnSpc>
              <a:spcBef>
                <a:spcPct val="0"/>
              </a:spcBef>
              <a:spcAft>
                <a:spcPct val="0"/>
              </a:spcAft>
              <a:buClrTx/>
              <a:buSzTx/>
            </a:pPr>
            <a:r>
              <a:rPr altLang="en-PK" baseline="0" b="1" cap="none" dirty="0" sz="2300" kumimoji="0" lang="en-PK" normalizeH="0" strike="noStrike" u="sng">
                <a:ln>
                  <a:noFill/>
                </a:ln>
                <a:solidFill>
                  <a:srgbClr val="C00000"/>
                </a:solidFill>
                <a:effectLst/>
                <a:cs typeface="Arial" panose="020B0604020202020204" pitchFamily="34" charset="0"/>
              </a:rPr>
              <a:t>Ancient China</a:t>
            </a:r>
            <a:r>
              <a:rPr altLang="en-PK" baseline="0" b="1" cap="none" dirty="0" sz="2300" kumimoji="0" lang="en-PK" normalizeH="0" strike="noStrike" u="sng">
                <a:ln>
                  <a:noFill/>
                </a:ln>
                <a:solidFill>
                  <a:schemeClr val="accent5"/>
                </a:solidFill>
                <a:effectLst/>
                <a:cs typeface="Arial" panose="020B0604020202020204" pitchFamily="34" charset="0"/>
              </a:rPr>
              <a:t>:</a:t>
            </a:r>
            <a:r>
              <a:rPr altLang="en-PK" baseline="0" b="0" cap="none" dirty="0" sz="2300" kumimoji="0" lang="en-PK" normalizeH="0" strike="noStrike" u="sng">
                <a:ln>
                  <a:noFill/>
                </a:ln>
                <a:solidFill>
                  <a:schemeClr val="accent5"/>
                </a:solidFill>
                <a:effectLst/>
                <a:cs typeface="Arial" panose="020B0604020202020204" pitchFamily="34" charset="0"/>
              </a:rPr>
              <a:t> </a:t>
            </a:r>
            <a:r>
              <a:rPr altLang="en-PK" baseline="0" b="0" cap="none" dirty="0" sz="2300" i="0" kumimoji="0" lang="en-PK" normalizeH="0" strike="noStrike" u="none">
                <a:ln>
                  <a:noFill/>
                </a:ln>
                <a:solidFill>
                  <a:srgbClr val="0A0A0A"/>
                </a:solidFill>
                <a:effectLst/>
                <a:cs typeface="Arial" panose="020B0604020202020204" pitchFamily="34" charset="0"/>
              </a:rPr>
              <a:t>Emerging along the Yellow River, it was characterized by early dynasties (Xia, Shang) and agriculture.</a:t>
            </a:r>
          </a:p>
          <a:p>
            <a:pPr algn="just" eaLnBrk="0" fontAlgn="base" hangingPunct="0">
              <a:lnSpc>
                <a:spcPct val="100000"/>
              </a:lnSpc>
              <a:spcBef>
                <a:spcPct val="0"/>
              </a:spcBef>
              <a:spcAft>
                <a:spcPct val="0"/>
              </a:spcAft>
              <a:buClrTx/>
              <a:buSzTx/>
            </a:pPr>
            <a:r>
              <a:rPr altLang="en-PK" baseline="0" b="1" cap="none" dirty="0" sz="2300" i="0" kumimoji="0" lang="en-US" normalizeH="0" strike="noStrike" u="sng">
                <a:ln>
                  <a:noFill/>
                </a:ln>
                <a:solidFill>
                  <a:schemeClr val="accent5"/>
                </a:solidFill>
                <a:effectLst/>
                <a:cs typeface="Arial" panose="020B0604020202020204" pitchFamily="34" charset="0"/>
              </a:rPr>
              <a:t>Ancient Greek </a:t>
            </a:r>
            <a:r>
              <a:rPr altLang="en-PK" baseline="0" b="1" cap="none" dirty="0" sz="2300" i="0" kumimoji="0" lang="en-PK" normalizeH="0" strike="noStrike" u="sng">
                <a:ln>
                  <a:noFill/>
                </a:ln>
                <a:solidFill>
                  <a:schemeClr val="accent5"/>
                </a:solidFill>
                <a:effectLst/>
                <a:cs typeface="Arial" panose="020B0604020202020204" pitchFamily="34" charset="0"/>
              </a:rPr>
              <a:t>and Rome: </a:t>
            </a:r>
            <a:r>
              <a:rPr altLang="en-PK" baseline="0" b="0" cap="none" dirty="0" sz="2300" i="0" kumimoji="0" lang="en-PK" normalizeH="0" strike="noStrike" u="none">
                <a:ln>
                  <a:noFill/>
                </a:ln>
                <a:solidFill>
                  <a:srgbClr val="0A0A0A"/>
                </a:solidFill>
                <a:effectLst/>
                <a:cs typeface="Arial" panose="020B0604020202020204" pitchFamily="34" charset="0"/>
              </a:rPr>
              <a:t>The foundation of Western political thought, democracy, and empire, succeeding earlier Minoan and Mycenaean cultures.</a:t>
            </a:r>
          </a:p>
          <a:p>
            <a:pPr algn="just" eaLnBrk="0" fontAlgn="base" hangingPunct="0">
              <a:lnSpc>
                <a:spcPct val="100000"/>
              </a:lnSpc>
              <a:spcBef>
                <a:spcPct val="0"/>
              </a:spcBef>
              <a:spcAft>
                <a:spcPct val="0"/>
              </a:spcAft>
              <a:buClrTx/>
              <a:buSzTx/>
            </a:pPr>
            <a:r>
              <a:rPr altLang="en-PK" b="1" dirty="0" sz="2800" lang="en-US" u="sng">
                <a:solidFill>
                  <a:srgbClr val="7030A0"/>
                </a:solidFill>
                <a:cs typeface="Arial" panose="020B0604020202020204" pitchFamily="34" charset="0"/>
              </a:rPr>
              <a:t>M</a:t>
            </a:r>
            <a:r>
              <a:rPr altLang="en-PK" baseline="0" b="1" cap="none" dirty="0" sz="2800" i="0" kumimoji="0" lang="en-US" normalizeH="0" strike="noStrike" u="sng">
                <a:ln>
                  <a:noFill/>
                </a:ln>
                <a:solidFill>
                  <a:srgbClr val="7030A0"/>
                </a:solidFill>
                <a:effectLst/>
                <a:cs typeface="Arial" panose="020B0604020202020204" pitchFamily="34" charset="0"/>
              </a:rPr>
              <a:t>esoamerica</a:t>
            </a:r>
            <a:r>
              <a:rPr altLang="en-PK" baseline="0" b="1" cap="none" dirty="0" sz="2300" i="0" kumimoji="0" lang="en-PK" normalizeH="0" strike="noStrike" u="sng">
                <a:ln>
                  <a:noFill/>
                </a:ln>
                <a:solidFill>
                  <a:srgbClr val="0A0A0A"/>
                </a:solidFill>
                <a:effectLst/>
                <a:cs typeface="Arial" panose="020B0604020202020204" pitchFamily="34" charset="0"/>
              </a:rPr>
              <a:t> </a:t>
            </a:r>
            <a:r>
              <a:rPr altLang="en-PK" baseline="0" b="1" cap="none" dirty="0" sz="2300" i="0" kumimoji="0" lang="en-PK" normalizeH="0" strike="noStrike" u="none">
                <a:ln>
                  <a:noFill/>
                </a:ln>
                <a:solidFill>
                  <a:srgbClr val="0A0A0A"/>
                </a:solidFill>
                <a:effectLst/>
                <a:cs typeface="Arial" panose="020B0604020202020204" pitchFamily="34" charset="0"/>
              </a:rPr>
              <a:t>(Olmec, Maya, Aztec):</a:t>
            </a:r>
            <a:r>
              <a:rPr altLang="en-PK" baseline="0" b="0" cap="none" dirty="0" sz="2300" i="0" kumimoji="0" lang="en-PK" normalizeH="0" strike="noStrike" u="none">
                <a:ln>
                  <a:noFill/>
                </a:ln>
                <a:solidFill>
                  <a:srgbClr val="0A0A0A"/>
                </a:solidFill>
                <a:effectLst/>
                <a:cs typeface="Arial" panose="020B0604020202020204" pitchFamily="34" charset="0"/>
              </a:rPr>
              <a:t> The earliest civilizations in the Americas, noted for complex societies, astronomy, and architecture.</a:t>
            </a:r>
          </a:p>
          <a:p>
            <a:pPr algn="just" eaLnBrk="0" fontAlgn="base" hangingPunct="0">
              <a:lnSpc>
                <a:spcPct val="100000"/>
              </a:lnSpc>
              <a:spcBef>
                <a:spcPct val="0"/>
              </a:spcBef>
              <a:spcAft>
                <a:spcPct val="0"/>
              </a:spcAft>
              <a:buClrTx/>
              <a:buSzTx/>
            </a:pPr>
            <a:endParaRPr altLang="en-PK" baseline="0" b="0" cap="none" dirty="0" sz="2300" i="0" kumimoji="0" lang="en-PK" normalizeH="0" strike="noStrike" u="none">
              <a:ln>
                <a:noFill/>
              </a:ln>
              <a:solidFill>
                <a:schemeClr val="tx1"/>
              </a:solidFill>
              <a:effectLst/>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1" name="Content Placeholder 2"/>
          <p:cNvSpPr>
            <a:spLocks noGrp="1"/>
          </p:cNvSpPr>
          <p:nvPr>
            <p:ph idx="1"/>
          </p:nvPr>
        </p:nvSpPr>
        <p:spPr>
          <a:xfrm>
            <a:off x="157316" y="2099186"/>
            <a:ext cx="12034683" cy="4023360"/>
          </a:xfrm>
        </p:spPr>
        <p:txBody>
          <a:bodyPr>
            <a:noAutofit/>
          </a:bodyPr>
          <a:p>
            <a:pPr algn="just"/>
            <a:r>
              <a:rPr b="1" dirty="0" sz="3600" lang="en-US">
                <a:solidFill>
                  <a:srgbClr val="C00000"/>
                </a:solidFill>
              </a:rPr>
              <a:t>Geography and Environment:</a:t>
            </a:r>
            <a:endParaRPr dirty="0" sz="3600" lang="en-US">
              <a:solidFill>
                <a:srgbClr val="C00000"/>
              </a:solidFill>
            </a:endParaRPr>
          </a:p>
          <a:p>
            <a:pPr algn="just" lvl="1"/>
            <a:r>
              <a:rPr b="1" dirty="0" sz="3200" lang="en-US">
                <a:solidFill>
                  <a:srgbClr val="00B050"/>
                </a:solidFill>
              </a:rPr>
              <a:t>Mesopotamia</a:t>
            </a:r>
            <a:r>
              <a:rPr b="1" dirty="0" sz="3200" lang="en-US"/>
              <a:t>:</a:t>
            </a:r>
            <a:r>
              <a:rPr dirty="0" sz="3600" lang="en-US"/>
              <a:t> </a:t>
            </a:r>
            <a:r>
              <a:rPr dirty="0" sz="3200" lang="en-US"/>
              <a:t>Had unstable, unpredictable flooding, leading to a more fearful, pessimistic worldview and heavily fortified city-states.</a:t>
            </a:r>
          </a:p>
          <a:p>
            <a:pPr algn="just" lvl="1"/>
            <a:r>
              <a:rPr b="1" dirty="0" sz="3200" lang="en-US">
                <a:solidFill>
                  <a:srgbClr val="002060"/>
                </a:solidFill>
              </a:rPr>
              <a:t>Egypt</a:t>
            </a:r>
            <a:r>
              <a:rPr b="1" dirty="0" sz="3200" lang="en-US"/>
              <a:t>:</a:t>
            </a:r>
            <a:r>
              <a:rPr dirty="0" sz="3600" lang="en-US"/>
              <a:t> </a:t>
            </a:r>
            <a:r>
              <a:rPr dirty="0" sz="3200" lang="en-US"/>
              <a:t>Isolated by deserts and sustained by the predictable, gentle flooding of the Nile, fostering a more stable, confident, and centralized civilization.</a:t>
            </a:r>
          </a:p>
          <a:p>
            <a:pPr algn="just" lvl="1"/>
            <a:r>
              <a:rPr b="1" dirty="0" sz="3200" lang="en-US">
                <a:solidFill>
                  <a:srgbClr val="7030A0"/>
                </a:solidFill>
              </a:rPr>
              <a:t>Indus Valley</a:t>
            </a:r>
            <a:r>
              <a:rPr b="1" dirty="0" sz="3200" lang="en-US"/>
              <a:t>:</a:t>
            </a:r>
            <a:r>
              <a:rPr dirty="0" sz="3200" lang="en-US"/>
              <a:t> Focused on urban planning, featuring advanced sewage and drainage systems in cities like Mohenjo-Daro.</a:t>
            </a:r>
          </a:p>
          <a:p>
            <a:pPr algn="just"/>
            <a:br>
              <a:rPr dirty="0" sz="800" lang="en-US"/>
            </a:br>
            <a:endParaRPr dirty="0" sz="800" lang="en-PK"/>
          </a:p>
        </p:txBody>
      </p:sp>
      <p:sp>
        <p:nvSpPr>
          <p:cNvPr id="1048602" name="Rectangle 1"/>
          <p:cNvSpPr>
            <a:spLocks noGrp="1" noChangeArrowheads="1"/>
          </p:cNvSpPr>
          <p:nvPr>
            <p:ph type="title"/>
          </p:nvPr>
        </p:nvSpPr>
        <p:spPr bwMode="auto">
          <a:xfrm>
            <a:off x="1435510" y="311947"/>
            <a:ext cx="10176387" cy="1854201"/>
          </a:xfrm>
          <a:prstGeom prst="rect"/>
          <a:solidFill>
            <a:srgbClr val="FFFFFF"/>
          </a:solidFill>
          <a:ln>
            <a:noFill/>
          </a:ln>
          <a:effectLst/>
        </p:spPr>
        <p:txBody>
          <a:bodyPr anchor="ctr" anchorCtr="0" bIns="0" compatLnSpc="1" lIns="0" numCol="1" rIns="0" tIns="0" vert="horz" wrap="square">
            <a:prstTxWarp prst="textNoShape"/>
            <a:spAutoFit/>
          </a:bodyPr>
          <a:p>
            <a:pPr algn="ctr" defTabSz="914400" eaLnBrk="0" fontAlgn="base" hangingPunct="0" indent="0" latinLnBrk="0" lvl="0" marL="0" marR="0" rtl="0">
              <a:lnSpc>
                <a:spcPct val="100000"/>
              </a:lnSpc>
              <a:spcBef>
                <a:spcPct val="0"/>
              </a:spcBef>
              <a:spcAft>
                <a:spcPct val="0"/>
              </a:spcAft>
              <a:buClrTx/>
              <a:buSzTx/>
              <a:buFontTx/>
              <a:buNone/>
            </a:pPr>
            <a:r>
              <a:rPr altLang="en-PK" baseline="0" b="1" cap="none" dirty="0" sz="4400" i="0" kumimoji="0" lang="en-PK" normalizeH="0" strike="noStrike" u="none">
                <a:ln>
                  <a:noFill/>
                </a:ln>
                <a:solidFill>
                  <a:schemeClr val="accent2"/>
                </a:solidFill>
                <a:effectLst/>
                <a:highlight>
                  <a:srgbClr val="00FFFF"/>
                </a:highlight>
                <a:latin typeface="Algerian" panose="04020705040A02060702" pitchFamily="82" charset="0"/>
              </a:rPr>
              <a:t>Key Differences Between Ancient Civilizations</a:t>
            </a:r>
            <a:endParaRPr altLang="en-PK" baseline="0" b="0" cap="none" dirty="0" sz="2000" i="0" kumimoji="0" lang="en-PK" normalizeH="0" strike="noStrike" u="none">
              <a:ln>
                <a:noFill/>
              </a:ln>
              <a:solidFill>
                <a:schemeClr val="accent2"/>
              </a:solidFill>
              <a:effectLst/>
              <a:highlight>
                <a:srgbClr val="00FFFF"/>
              </a:highlight>
              <a:latin typeface="Algerian" panose="04020705040A02060702" pitchFamily="82" charset="0"/>
            </a:endParaRPr>
          </a:p>
          <a:p>
            <a:pPr algn="l" defTabSz="914400" eaLnBrk="0" fontAlgn="base" hangingPunct="0" indent="0" latinLnBrk="0" lvl="0" marL="0" marR="0" rtl="0">
              <a:lnSpc>
                <a:spcPct val="100000"/>
              </a:lnSpc>
              <a:spcBef>
                <a:spcPct val="0"/>
              </a:spcBef>
              <a:spcAft>
                <a:spcPct val="0"/>
              </a:spcAft>
              <a:buClrTx/>
              <a:buSzTx/>
              <a:buFontTx/>
              <a:buNone/>
            </a:pPr>
            <a:br>
              <a:rPr altLang="en-PK" baseline="0" b="0" cap="none" dirty="0" sz="1800" i="0" kumimoji="0" lang="en-PK" normalizeH="0" strike="noStrike" u="none">
                <a:ln>
                  <a:noFill/>
                </a:ln>
                <a:solidFill>
                  <a:schemeClr val="tx1"/>
                </a:solidFill>
                <a:effectLst/>
                <a:latin typeface="Arial" panose="020B0604020202020204" pitchFamily="34" charset="0"/>
              </a:rPr>
            </a:br>
            <a:endParaRPr altLang="en-PK" baseline="0" b="0" cap="none" dirty="0" sz="1800" i="0" kumimoji="0" lang="en-PK" normalizeH="0" strike="noStrike" u="none">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06" name="Title 1"/>
          <p:cNvSpPr>
            <a:spLocks noGrp="1"/>
          </p:cNvSpPr>
          <p:nvPr>
            <p:ph type="title"/>
          </p:nvPr>
        </p:nvSpPr>
        <p:spPr/>
        <p:txBody>
          <a:bodyPr/>
          <a:p>
            <a:r>
              <a:rPr dirty="0" lang="en-US">
                <a:highlight>
                  <a:srgbClr val="00FFFF"/>
                </a:highlight>
              </a:rPr>
              <a:t>Cont.…</a:t>
            </a:r>
            <a:endParaRPr dirty="0" lang="en-PK">
              <a:highlight>
                <a:srgbClr val="00FFFF"/>
              </a:highlight>
            </a:endParaRPr>
          </a:p>
        </p:txBody>
      </p:sp>
      <p:sp>
        <p:nvSpPr>
          <p:cNvPr id="1048607" name="Content Placeholder 2"/>
          <p:cNvSpPr>
            <a:spLocks noGrp="1"/>
          </p:cNvSpPr>
          <p:nvPr>
            <p:ph idx="1"/>
          </p:nvPr>
        </p:nvSpPr>
        <p:spPr/>
        <p:txBody>
          <a:bodyPr>
            <a:noAutofit/>
          </a:bodyPr>
          <a:p>
            <a:pPr algn="just"/>
            <a:r>
              <a:rPr b="1" dirty="0" sz="2800" lang="en-US">
                <a:solidFill>
                  <a:srgbClr val="C00000"/>
                </a:solidFill>
              </a:rPr>
              <a:t>Political Structure:</a:t>
            </a:r>
            <a:endParaRPr dirty="0" sz="2800" lang="en-US">
              <a:solidFill>
                <a:srgbClr val="C00000"/>
              </a:solidFill>
            </a:endParaRPr>
          </a:p>
          <a:p>
            <a:pPr algn="just" lvl="1"/>
            <a:r>
              <a:rPr dirty="0" sz="2800" lang="en-US"/>
              <a:t>.</a:t>
            </a:r>
            <a:r>
              <a:rPr b="1" dirty="0" sz="2800" lang="en-US">
                <a:solidFill>
                  <a:srgbClr val="00B0F0"/>
                </a:solidFill>
              </a:rPr>
              <a:t> Egypt/China</a:t>
            </a:r>
            <a:r>
              <a:rPr b="1" dirty="0" sz="2800" lang="en-US"/>
              <a:t>:</a:t>
            </a:r>
            <a:r>
              <a:rPr dirty="0" sz="2800" lang="en-US"/>
              <a:t> Centralized kingdoms where kings or emperors held absolute power (e.g., Pharaohs).</a:t>
            </a:r>
          </a:p>
          <a:p>
            <a:pPr algn="just" lvl="1"/>
            <a:r>
              <a:rPr b="1" dirty="0" sz="2800" lang="en-US">
                <a:solidFill>
                  <a:srgbClr val="5BA14F"/>
                </a:solidFill>
              </a:rPr>
              <a:t>Greece/Sumer</a:t>
            </a:r>
            <a:r>
              <a:rPr b="1" dirty="0" sz="2800" lang="en-US"/>
              <a:t>:</a:t>
            </a:r>
            <a:r>
              <a:rPr dirty="0" sz="2800" lang="en-US"/>
              <a:t> Often operated as fragmented, independent city-states rather than a unified empire</a:t>
            </a:r>
          </a:p>
          <a:p>
            <a:pPr algn="just"/>
            <a:r>
              <a:rPr b="1" dirty="0" sz="2800" lang="en-US">
                <a:solidFill>
                  <a:srgbClr val="C00000"/>
                </a:solidFill>
              </a:rPr>
              <a:t>Religion:</a:t>
            </a:r>
            <a:endParaRPr dirty="0" sz="2800" lang="en-US">
              <a:solidFill>
                <a:srgbClr val="C00000"/>
              </a:solidFill>
            </a:endParaRPr>
          </a:p>
          <a:p>
            <a:pPr algn="just" lvl="1"/>
            <a:r>
              <a:rPr b="1" dirty="0" sz="2800" lang="en-US">
                <a:solidFill>
                  <a:srgbClr val="FFC000"/>
                </a:solidFill>
              </a:rPr>
              <a:t>Mesopotamians/Mayans:</a:t>
            </a:r>
            <a:r>
              <a:rPr dirty="0" sz="2800" lang="en-US">
                <a:solidFill>
                  <a:srgbClr val="FFC000"/>
                </a:solidFill>
              </a:rPr>
              <a:t> </a:t>
            </a:r>
            <a:r>
              <a:rPr dirty="0" sz="2800" lang="en-US"/>
              <a:t>Polytheistic, often requiring intense rituals to appease unpredictable gods.</a:t>
            </a:r>
          </a:p>
          <a:p>
            <a:pPr algn="just" lvl="1"/>
            <a:r>
              <a:rPr b="1" dirty="0" sz="2800" lang="en-US">
                <a:solidFill>
                  <a:srgbClr val="00B050"/>
                </a:solidFill>
              </a:rPr>
              <a:t>Egyptians:</a:t>
            </a:r>
            <a:r>
              <a:rPr dirty="0" sz="2800" lang="en-US">
                <a:solidFill>
                  <a:srgbClr val="00B050"/>
                </a:solidFill>
              </a:rPr>
              <a:t> </a:t>
            </a:r>
            <a:r>
              <a:rPr dirty="0" sz="2800" lang="en-US"/>
              <a:t>Focused heavily on the afterlife and divine kingship.</a:t>
            </a:r>
          </a:p>
          <a:p>
            <a:pPr algn="just"/>
            <a:br>
              <a:rPr dirty="0" sz="2800" lang="en-US"/>
            </a:br>
            <a:endParaRPr dirty="0" sz="2800" lang="en-PK"/>
          </a:p>
          <a:p>
            <a:endParaRPr dirty="0" sz="2800" lang="en-PK"/>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8" name="Title 1"/>
          <p:cNvSpPr>
            <a:spLocks noGrp="1"/>
          </p:cNvSpPr>
          <p:nvPr>
            <p:ph type="title"/>
          </p:nvPr>
        </p:nvSpPr>
        <p:spPr/>
        <p:txBody>
          <a:bodyPr>
            <a:normAutofit fontScale="90000"/>
          </a:bodyPr>
          <a:p>
            <a:pPr algn="ctr"/>
            <a:r>
              <a:rPr dirty="0" sz="6000" lang="en-US">
                <a:solidFill>
                  <a:srgbClr val="00B0F0"/>
                </a:solidFill>
                <a:highlight>
                  <a:srgbClr val="00FFFF"/>
                </a:highlight>
                <a:latin typeface="Algerian" panose="04020705040A02060702" pitchFamily="82" charset="0"/>
              </a:rPr>
              <a:t>Key stages of Evolutions</a:t>
            </a:r>
            <a:endParaRPr dirty="0" sz="6000" lang="en-PK">
              <a:solidFill>
                <a:srgbClr val="00B0F0"/>
              </a:solidFill>
              <a:highlight>
                <a:srgbClr val="00FFFF"/>
              </a:highlight>
              <a:latin typeface="Algerian" panose="04020705040A02060702" pitchFamily="82" charset="0"/>
            </a:endParaRPr>
          </a:p>
        </p:txBody>
      </p:sp>
      <p:sp>
        <p:nvSpPr>
          <p:cNvPr id="1048609" name="Content Placeholder 2"/>
          <p:cNvSpPr>
            <a:spLocks noGrp="1"/>
          </p:cNvSpPr>
          <p:nvPr>
            <p:ph idx="1"/>
          </p:nvPr>
        </p:nvSpPr>
        <p:spPr>
          <a:xfrm>
            <a:off x="710153" y="1828798"/>
            <a:ext cx="11111059" cy="5189457"/>
          </a:xfrm>
        </p:spPr>
        <p:txBody>
          <a:bodyPr>
            <a:noAutofit/>
          </a:bodyPr>
          <a:p>
            <a:r>
              <a:rPr b="1" dirty="0" sz="2600" lang="en-US">
                <a:solidFill>
                  <a:srgbClr val="FFC000"/>
                </a:solidFill>
              </a:rPr>
              <a:t>Neolithic Revolution (~10,000–4000 BCE):</a:t>
            </a:r>
            <a:r>
              <a:rPr dirty="0" sz="2600" lang="en-US">
                <a:solidFill>
                  <a:srgbClr val="FFC000"/>
                </a:solidFill>
              </a:rPr>
              <a:t> </a:t>
            </a:r>
            <a:r>
              <a:rPr dirty="0" sz="2600" lang="en-US"/>
              <a:t>Warmer climates allowed for plant domestication (rice, wheat, barley) and the establishment of permanent villages.</a:t>
            </a:r>
          </a:p>
          <a:p>
            <a:r>
              <a:rPr b="1" dirty="0" sz="2600" lang="en-US">
                <a:solidFill>
                  <a:srgbClr val="FF0000"/>
                </a:solidFill>
              </a:rPr>
              <a:t>Early City-States (~4000–3000 BCE):</a:t>
            </a:r>
            <a:r>
              <a:rPr dirty="0" sz="2600" lang="en-US">
                <a:solidFill>
                  <a:srgbClr val="FF0000"/>
                </a:solidFill>
              </a:rPr>
              <a:t> </a:t>
            </a:r>
            <a:r>
              <a:rPr dirty="0" sz="2600" lang="en-US"/>
              <a:t>In Sumer (Mesopotamia), the first cities (</a:t>
            </a:r>
            <a:r>
              <a:rPr dirty="0" sz="2600" lang="en-US" err="1"/>
              <a:t>Uruk</a:t>
            </a:r>
            <a:r>
              <a:rPr dirty="0" sz="2600" lang="en-US"/>
              <a:t>, Ur) grew with monumental architecture, irrigation systems, and early writing (cuneiform).</a:t>
            </a:r>
          </a:p>
          <a:p>
            <a:r>
              <a:rPr b="1" dirty="0" sz="2600" lang="en-US">
                <a:solidFill>
                  <a:srgbClr val="00B050"/>
                </a:solidFill>
              </a:rPr>
              <a:t>Complex Kingdoms (~3000–1000 BCE):</a:t>
            </a:r>
            <a:r>
              <a:rPr dirty="0" sz="2600" lang="en-US">
                <a:solidFill>
                  <a:srgbClr val="00B050"/>
                </a:solidFill>
              </a:rPr>
              <a:t> </a:t>
            </a:r>
            <a:r>
              <a:rPr dirty="0" sz="2600" lang="en-US"/>
              <a:t>Centralized states formed, such as Ancient Egypt, which built pyramids, and the Indus Valley, which built planned cities with sanitation (Harappa, Mohenjo-daro).</a:t>
            </a:r>
          </a:p>
          <a:p>
            <a:r>
              <a:rPr b="1" dirty="0" sz="2600" lang="en-US">
                <a:solidFill>
                  <a:srgbClr val="0070C0"/>
                </a:solidFill>
              </a:rPr>
              <a:t>Classical Age (~800 BCE–500 AD):</a:t>
            </a:r>
            <a:r>
              <a:rPr dirty="0" sz="2600" lang="en-US">
                <a:solidFill>
                  <a:srgbClr val="0070C0"/>
                </a:solidFill>
              </a:rPr>
              <a:t> </a:t>
            </a:r>
            <a:r>
              <a:rPr dirty="0" sz="2600" lang="en-US"/>
              <a:t>The rise of complex empires and ideological foundations, including Greek democracy, the Hellenistic empire of Alexander the Great, and the expansion of the Roman Empire, which solidified military and civic organization in Europe. </a:t>
            </a:r>
          </a:p>
          <a:p>
            <a:endParaRPr dirty="0" sz="2600" lang="en-PK"/>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10" name="Title 1"/>
          <p:cNvSpPr>
            <a:spLocks noGrp="1"/>
          </p:cNvSpPr>
          <p:nvPr>
            <p:ph type="title"/>
          </p:nvPr>
        </p:nvSpPr>
        <p:spPr/>
        <p:txBody>
          <a:bodyPr/>
          <a:p>
            <a:endParaRPr dirty="0" lang="en-PK"/>
          </a:p>
        </p:txBody>
      </p:sp>
      <p:sp>
        <p:nvSpPr>
          <p:cNvPr id="1048611" name="Content Placeholder 2"/>
          <p:cNvSpPr>
            <a:spLocks noGrp="1"/>
          </p:cNvSpPr>
          <p:nvPr>
            <p:ph idx="1"/>
          </p:nvPr>
        </p:nvSpPr>
        <p:spPr/>
        <p:txBody>
          <a:bodyPr/>
          <a:p>
            <a:endParaRPr lang="en-PK"/>
          </a:p>
        </p:txBody>
      </p:sp>
      <p:pic>
        <p:nvPicPr>
          <p:cNvPr id="2097152" name="Picture 4"/>
          <p:cNvPicPr>
            <a:picLocks noChangeAspect="1"/>
          </p:cNvPicPr>
          <p:nvPr/>
        </p:nvPicPr>
        <p:blipFill>
          <a:blip xmlns:r="http://schemas.openxmlformats.org/officeDocument/2006/relationships" r:embed="rId1"/>
          <a:stretch>
            <a:fillRect/>
          </a:stretch>
        </p:blipFill>
        <p:spPr>
          <a:xfrm>
            <a:off x="-89721" y="1"/>
            <a:ext cx="12281721" cy="6858000"/>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12" name="Title 1"/>
          <p:cNvSpPr>
            <a:spLocks noGrp="1"/>
          </p:cNvSpPr>
          <p:nvPr>
            <p:ph type="title"/>
          </p:nvPr>
        </p:nvSpPr>
        <p:spPr/>
        <p:txBody>
          <a:bodyPr/>
          <a:p>
            <a:endParaRPr lang="en-PK"/>
          </a:p>
        </p:txBody>
      </p:sp>
      <p:sp>
        <p:nvSpPr>
          <p:cNvPr id="1048613" name="Content Placeholder 2"/>
          <p:cNvSpPr>
            <a:spLocks noGrp="1"/>
          </p:cNvSpPr>
          <p:nvPr>
            <p:ph idx="1"/>
          </p:nvPr>
        </p:nvSpPr>
        <p:spPr/>
        <p:txBody>
          <a:bodyPr/>
          <a:p>
            <a:endParaRPr dirty="0" lang="en-PK"/>
          </a:p>
        </p:txBody>
      </p:sp>
      <p:pic>
        <p:nvPicPr>
          <p:cNvPr id="2097153" name="Picture 8"/>
          <p:cNvPicPr>
            <a:picLocks noChangeAspect="1"/>
          </p:cNvPicPr>
          <p:nvPr/>
        </p:nvPicPr>
        <p:blipFill>
          <a:blip xmlns:r="http://schemas.openxmlformats.org/officeDocument/2006/relationships" r:embed="rId1"/>
          <a:stretch>
            <a:fillRect/>
          </a:stretch>
        </p:blipFill>
        <p:spPr>
          <a:xfrm>
            <a:off x="0" y="-150829"/>
            <a:ext cx="12192000" cy="7008829"/>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14" name="Title 1"/>
          <p:cNvSpPr>
            <a:spLocks noGrp="1"/>
          </p:cNvSpPr>
          <p:nvPr>
            <p:ph type="title"/>
          </p:nvPr>
        </p:nvSpPr>
        <p:spPr/>
        <p:txBody>
          <a:bodyPr/>
          <a:p>
            <a:endParaRPr lang="en-PK"/>
          </a:p>
        </p:txBody>
      </p:sp>
      <p:sp>
        <p:nvSpPr>
          <p:cNvPr id="1048615" name="Content Placeholder 2"/>
          <p:cNvSpPr>
            <a:spLocks noGrp="1"/>
          </p:cNvSpPr>
          <p:nvPr>
            <p:ph idx="1"/>
          </p:nvPr>
        </p:nvSpPr>
        <p:spPr/>
        <p:txBody>
          <a:bodyPr/>
          <a:p>
            <a:endParaRPr lang="en-PK"/>
          </a:p>
        </p:txBody>
      </p:sp>
      <p:pic>
        <p:nvPicPr>
          <p:cNvPr id="2097154" name="Picture 4"/>
          <p:cNvPicPr>
            <a:picLocks noChangeAspect="1"/>
          </p:cNvPicPr>
          <p:nvPr/>
        </p:nvPicPr>
        <p:blipFill>
          <a:blip xmlns:r="http://schemas.openxmlformats.org/officeDocument/2006/relationships" r:embed="rId1"/>
          <a:stretch>
            <a:fillRect/>
          </a:stretch>
        </p:blipFill>
        <p:spPr>
          <a:xfrm>
            <a:off x="0" y="35351"/>
            <a:ext cx="12192000" cy="6701858"/>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16" name="Title 1"/>
          <p:cNvSpPr>
            <a:spLocks noGrp="1"/>
          </p:cNvSpPr>
          <p:nvPr>
            <p:ph type="title"/>
          </p:nvPr>
        </p:nvSpPr>
        <p:spPr/>
        <p:txBody>
          <a:bodyPr/>
          <a:p>
            <a:endParaRPr lang="en-PK"/>
          </a:p>
        </p:txBody>
      </p:sp>
      <p:pic>
        <p:nvPicPr>
          <p:cNvPr id="2097155" name="Content Placeholder 6"/>
          <p:cNvPicPr>
            <a:picLocks noChangeAspect="1" noGrp="1"/>
          </p:cNvPicPr>
          <p:nvPr>
            <p:ph idx="1"/>
          </p:nvPr>
        </p:nvPicPr>
        <p:blipFill>
          <a:blip xmlns:r="http://schemas.openxmlformats.org/officeDocument/2006/relationships" r:embed="rId1"/>
          <a:stretch>
            <a:fillRect/>
          </a:stretch>
        </p:blipFill>
        <p:spPr>
          <a:xfrm>
            <a:off x="1" y="-1"/>
            <a:ext cx="9219412" cy="6847419"/>
          </a:xfrm>
          <a:prstGeom prst="rect"/>
        </p:spPr>
      </p:pic>
      <p:pic>
        <p:nvPicPr>
          <p:cNvPr id="2097156" name="Picture 4"/>
          <p:cNvPicPr>
            <a:picLocks noChangeAspect="1"/>
          </p:cNvPicPr>
          <p:nvPr/>
        </p:nvPicPr>
        <p:blipFill>
          <a:blip xmlns:r="http://schemas.openxmlformats.org/officeDocument/2006/relationships" r:embed="rId2"/>
          <a:stretch>
            <a:fillRect/>
          </a:stretch>
        </p:blipFill>
        <p:spPr>
          <a:xfrm>
            <a:off x="8700941" y="-1"/>
            <a:ext cx="3377938" cy="2988297"/>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17" name="Title 1"/>
          <p:cNvSpPr>
            <a:spLocks noGrp="1"/>
          </p:cNvSpPr>
          <p:nvPr>
            <p:ph type="title"/>
          </p:nvPr>
        </p:nvSpPr>
        <p:spPr/>
        <p:txBody>
          <a:bodyPr/>
          <a:p>
            <a:endParaRPr lang="en-PK"/>
          </a:p>
        </p:txBody>
      </p:sp>
      <p:sp>
        <p:nvSpPr>
          <p:cNvPr id="1048618" name="Content Placeholder 6"/>
          <p:cNvSpPr>
            <a:spLocks noGrp="1"/>
          </p:cNvSpPr>
          <p:nvPr>
            <p:ph idx="1"/>
          </p:nvPr>
        </p:nvSpPr>
        <p:spPr/>
        <p:txBody>
          <a:bodyPr/>
          <a:p>
            <a:endParaRPr lang="en-PK"/>
          </a:p>
        </p:txBody>
      </p:sp>
      <p:pic>
        <p:nvPicPr>
          <p:cNvPr id="2097157" name="Picture 8"/>
          <p:cNvPicPr>
            <a:picLocks noChangeAspect="1"/>
          </p:cNvPicPr>
          <p:nvPr/>
        </p:nvPicPr>
        <p:blipFill>
          <a:blip xmlns:r="http://schemas.openxmlformats.org/officeDocument/2006/relationships" r:embed="rId1"/>
          <a:stretch>
            <a:fillRect/>
          </a:stretch>
        </p:blipFill>
        <p:spPr>
          <a:xfrm>
            <a:off x="-84841" y="-109190"/>
            <a:ext cx="12188858" cy="7076380"/>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19" name="Title 1"/>
          <p:cNvSpPr>
            <a:spLocks noGrp="1"/>
          </p:cNvSpPr>
          <p:nvPr>
            <p:ph type="title"/>
          </p:nvPr>
        </p:nvSpPr>
        <p:spPr/>
        <p:txBody>
          <a:bodyPr/>
          <a:p>
            <a:endParaRPr lang="en-PK"/>
          </a:p>
        </p:txBody>
      </p:sp>
      <p:sp>
        <p:nvSpPr>
          <p:cNvPr id="1048620" name="Content Placeholder 2"/>
          <p:cNvSpPr>
            <a:spLocks noGrp="1"/>
          </p:cNvSpPr>
          <p:nvPr>
            <p:ph idx="1"/>
          </p:nvPr>
        </p:nvSpPr>
        <p:spPr/>
        <p:txBody>
          <a:bodyPr/>
          <a:p>
            <a:endParaRPr dirty="0" lang="en-PK"/>
          </a:p>
        </p:txBody>
      </p:sp>
      <p:pic>
        <p:nvPicPr>
          <p:cNvPr id="2097158" name="Picture 4"/>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21" name="Title 1"/>
          <p:cNvSpPr>
            <a:spLocks noGrp="1"/>
          </p:cNvSpPr>
          <p:nvPr>
            <p:ph type="title"/>
          </p:nvPr>
        </p:nvSpPr>
        <p:spPr/>
        <p:txBody>
          <a:bodyPr/>
          <a:p>
            <a:endParaRPr lang="en-PK"/>
          </a:p>
        </p:txBody>
      </p:sp>
      <p:pic>
        <p:nvPicPr>
          <p:cNvPr id="2097159" name="Content Placeholder 4"/>
          <p:cNvPicPr>
            <a:picLocks noChangeAspect="1" noGrp="1"/>
          </p:cNvPicPr>
          <p:nvPr>
            <p:ph idx="1"/>
          </p:nvPr>
        </p:nvPicPr>
        <p:blipFill>
          <a:blip xmlns:r="http://schemas.openxmlformats.org/officeDocument/2006/relationships" r:embed="rId1"/>
          <a:stretch>
            <a:fillRect/>
          </a:stretch>
        </p:blipFill>
        <p:spPr>
          <a:xfrm>
            <a:off x="0" y="1"/>
            <a:ext cx="12192000" cy="6857999"/>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22" name="Title 1"/>
          <p:cNvSpPr>
            <a:spLocks noGrp="1"/>
          </p:cNvSpPr>
          <p:nvPr>
            <p:ph type="title"/>
          </p:nvPr>
        </p:nvSpPr>
        <p:spPr/>
        <p:txBody>
          <a:bodyPr/>
          <a:p>
            <a:endParaRPr lang="en-PK"/>
          </a:p>
        </p:txBody>
      </p:sp>
      <p:sp>
        <p:nvSpPr>
          <p:cNvPr id="1048623" name="Content Placeholder 2"/>
          <p:cNvSpPr>
            <a:spLocks noGrp="1"/>
          </p:cNvSpPr>
          <p:nvPr>
            <p:ph idx="1"/>
          </p:nvPr>
        </p:nvSpPr>
        <p:spPr/>
        <p:txBody>
          <a:bodyPr/>
          <a:p>
            <a:endParaRPr lang="en-PK"/>
          </a:p>
        </p:txBody>
      </p:sp>
      <p:pic>
        <p:nvPicPr>
          <p:cNvPr id="2097160" name="Picture 4"/>
          <p:cNvPicPr>
            <a:picLocks noChangeAspect="1"/>
          </p:cNvPicPr>
          <p:nvPr/>
        </p:nvPicPr>
        <p:blipFill>
          <a:blip xmlns:r="http://schemas.openxmlformats.org/officeDocument/2006/relationships" r:embed="rId1"/>
          <a:stretch>
            <a:fillRect/>
          </a:stretch>
        </p:blipFill>
        <p:spPr>
          <a:xfrm>
            <a:off x="-131975" y="-113121"/>
            <a:ext cx="12235991" cy="6971122"/>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24" name="Title 1"/>
          <p:cNvSpPr>
            <a:spLocks noGrp="1"/>
          </p:cNvSpPr>
          <p:nvPr>
            <p:ph type="title"/>
          </p:nvPr>
        </p:nvSpPr>
        <p:spPr/>
        <p:txBody>
          <a:bodyPr/>
          <a:p>
            <a:endParaRPr lang="en-PK"/>
          </a:p>
        </p:txBody>
      </p:sp>
      <p:pic>
        <p:nvPicPr>
          <p:cNvPr id="2097161" name="Content Placeholder 4"/>
          <p:cNvPicPr>
            <a:picLocks noChangeAspect="1" noGrp="1"/>
          </p:cNvPicPr>
          <p:nvPr>
            <p:ph idx="1"/>
          </p:nvPr>
        </p:nvPicPr>
        <p:blipFill>
          <a:blip xmlns:r="http://schemas.openxmlformats.org/officeDocument/2006/relationships" r:embed="rId1"/>
          <a:stretch>
            <a:fillRect/>
          </a:stretch>
        </p:blipFill>
        <p:spPr>
          <a:xfrm>
            <a:off x="0" y="-207390"/>
            <a:ext cx="12192000" cy="7055015"/>
          </a:xfrm>
          <a:prstGeom prst="rec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25" name="Title 1"/>
          <p:cNvSpPr>
            <a:spLocks noGrp="1"/>
          </p:cNvSpPr>
          <p:nvPr>
            <p:ph type="title"/>
          </p:nvPr>
        </p:nvSpPr>
        <p:spPr/>
        <p:txBody>
          <a:bodyPr/>
          <a:p>
            <a:endParaRPr lang="en-PK"/>
          </a:p>
        </p:txBody>
      </p:sp>
      <p:sp>
        <p:nvSpPr>
          <p:cNvPr id="1048626" name="Content Placeholder 2"/>
          <p:cNvSpPr>
            <a:spLocks noGrp="1"/>
          </p:cNvSpPr>
          <p:nvPr>
            <p:ph idx="1"/>
          </p:nvPr>
        </p:nvSpPr>
        <p:spPr/>
        <p:txBody>
          <a:bodyPr/>
          <a:p>
            <a:endParaRPr lang="en-PK"/>
          </a:p>
        </p:txBody>
      </p:sp>
      <p:pic>
        <p:nvPicPr>
          <p:cNvPr id="2097162" name="Picture 4"/>
          <p:cNvPicPr>
            <a:picLocks noChangeAspect="1"/>
          </p:cNvPicPr>
          <p:nvPr/>
        </p:nvPicPr>
        <p:blipFill>
          <a:blip xmlns:r="http://schemas.openxmlformats.org/officeDocument/2006/relationships" r:embed="rId1"/>
          <a:stretch>
            <a:fillRect/>
          </a:stretch>
        </p:blipFill>
        <p:spPr>
          <a:xfrm>
            <a:off x="0" y="-113122"/>
            <a:ext cx="12257988" cy="6939601"/>
          </a:xfrm>
          <a:prstGeom prst="rec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27" name="Title 1"/>
          <p:cNvSpPr>
            <a:spLocks noGrp="1"/>
          </p:cNvSpPr>
          <p:nvPr>
            <p:ph type="title"/>
          </p:nvPr>
        </p:nvSpPr>
        <p:spPr/>
        <p:txBody>
          <a:bodyPr/>
          <a:p>
            <a:endParaRPr lang="en-PK"/>
          </a:p>
        </p:txBody>
      </p:sp>
      <p:sp>
        <p:nvSpPr>
          <p:cNvPr id="1048628" name="Content Placeholder 2"/>
          <p:cNvSpPr>
            <a:spLocks noGrp="1"/>
          </p:cNvSpPr>
          <p:nvPr>
            <p:ph idx="1"/>
          </p:nvPr>
        </p:nvSpPr>
        <p:spPr/>
        <p:txBody>
          <a:bodyPr/>
          <a:p>
            <a:endParaRPr lang="en-PK"/>
          </a:p>
        </p:txBody>
      </p:sp>
      <p:pic>
        <p:nvPicPr>
          <p:cNvPr id="2097163" name="Picture 4"/>
          <p:cNvPicPr>
            <a:picLocks noChangeAspect="1"/>
          </p:cNvPicPr>
          <p:nvPr/>
        </p:nvPicPr>
        <p:blipFill>
          <a:blip xmlns:r="http://schemas.openxmlformats.org/officeDocument/2006/relationships" r:embed="rId1"/>
          <a:stretch>
            <a:fillRect/>
          </a:stretch>
        </p:blipFill>
        <p:spPr>
          <a:xfrm>
            <a:off x="0" y="1"/>
            <a:ext cx="12192000" cy="6858000"/>
          </a:xfrm>
          <a:prstGeom prst="rec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29" name="Title 1"/>
          <p:cNvSpPr>
            <a:spLocks noGrp="1"/>
          </p:cNvSpPr>
          <p:nvPr>
            <p:ph type="title"/>
          </p:nvPr>
        </p:nvSpPr>
        <p:spPr/>
        <p:txBody>
          <a:bodyPr/>
          <a:p>
            <a:endParaRPr dirty="0" lang="en-PK"/>
          </a:p>
        </p:txBody>
      </p:sp>
      <p:sp>
        <p:nvSpPr>
          <p:cNvPr id="1048630" name="Content Placeholder 2"/>
          <p:cNvSpPr>
            <a:spLocks noGrp="1"/>
          </p:cNvSpPr>
          <p:nvPr>
            <p:ph idx="1"/>
          </p:nvPr>
        </p:nvSpPr>
        <p:spPr/>
        <p:txBody>
          <a:bodyPr/>
          <a:p>
            <a:endParaRPr lang="en-PK"/>
          </a:p>
        </p:txBody>
      </p:sp>
      <p:pic>
        <p:nvPicPr>
          <p:cNvPr id="2097164" name="Picture 6"/>
          <p:cNvPicPr>
            <a:picLocks noChangeAspect="1"/>
          </p:cNvPicPr>
          <p:nvPr/>
        </p:nvPicPr>
        <p:blipFill>
          <a:blip xmlns:r="http://schemas.openxmlformats.org/officeDocument/2006/relationships" r:embed="rId1"/>
          <a:stretch>
            <a:fillRect/>
          </a:stretch>
        </p:blipFill>
        <p:spPr>
          <a:xfrm>
            <a:off x="0" y="0"/>
            <a:ext cx="12104016" cy="6975565"/>
          </a:xfrm>
          <a:prstGeom prst="rec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31" name="Title 1"/>
          <p:cNvSpPr>
            <a:spLocks noGrp="1"/>
          </p:cNvSpPr>
          <p:nvPr>
            <p:ph type="title"/>
          </p:nvPr>
        </p:nvSpPr>
        <p:spPr>
          <a:xfrm>
            <a:off x="1024129" y="296571"/>
            <a:ext cx="9720072" cy="1499616"/>
          </a:xfrm>
        </p:spPr>
        <p:txBody>
          <a:bodyPr/>
          <a:p>
            <a:endParaRPr dirty="0" lang="en-PK"/>
          </a:p>
        </p:txBody>
      </p:sp>
      <p:sp>
        <p:nvSpPr>
          <p:cNvPr id="1048632" name="Content Placeholder 2"/>
          <p:cNvSpPr>
            <a:spLocks noGrp="1"/>
          </p:cNvSpPr>
          <p:nvPr>
            <p:ph idx="1"/>
          </p:nvPr>
        </p:nvSpPr>
        <p:spPr/>
        <p:txBody>
          <a:bodyPr/>
          <a:p>
            <a:endParaRPr lang="en-PK"/>
          </a:p>
        </p:txBody>
      </p:sp>
      <p:pic>
        <p:nvPicPr>
          <p:cNvPr id="2097165" name="Picture 4"/>
          <p:cNvPicPr>
            <a:picLocks noChangeAspect="1"/>
          </p:cNvPicPr>
          <p:nvPr/>
        </p:nvPicPr>
        <p:blipFill>
          <a:blip xmlns:r="http://schemas.openxmlformats.org/officeDocument/2006/relationships" r:embed="rId1"/>
          <a:stretch>
            <a:fillRect/>
          </a:stretch>
        </p:blipFill>
        <p:spPr>
          <a:xfrm>
            <a:off x="0" y="-428625"/>
            <a:ext cx="12192000" cy="7219950"/>
          </a:xfrm>
          <a:prstGeom prst="rec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33" name="Title 1"/>
          <p:cNvSpPr>
            <a:spLocks noGrp="1"/>
          </p:cNvSpPr>
          <p:nvPr>
            <p:ph type="title"/>
          </p:nvPr>
        </p:nvSpPr>
        <p:spPr/>
        <p:txBody>
          <a:bodyPr/>
          <a:p>
            <a:endParaRPr lang="en-PK"/>
          </a:p>
        </p:txBody>
      </p:sp>
      <p:pic>
        <p:nvPicPr>
          <p:cNvPr id="2097166" name="Content Placeholder 4"/>
          <p:cNvPicPr>
            <a:picLocks noChangeAspect="1" noGrp="1"/>
          </p:cNvPicPr>
          <p:nvPr>
            <p:ph idx="1"/>
          </p:nvPr>
        </p:nvPicPr>
        <p:blipFill>
          <a:blip xmlns:r="http://schemas.openxmlformats.org/officeDocument/2006/relationships" r:embed="rId1"/>
          <a:stretch>
            <a:fillRect/>
          </a:stretch>
        </p:blipFill>
        <p:spPr>
          <a:xfrm>
            <a:off x="-636836" y="-358219"/>
            <a:ext cx="12828836" cy="7216220"/>
          </a:xfrm>
          <a:prstGeom prst="rec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34" name="Title 1"/>
          <p:cNvSpPr>
            <a:spLocks noGrp="1"/>
          </p:cNvSpPr>
          <p:nvPr>
            <p:ph type="title"/>
          </p:nvPr>
        </p:nvSpPr>
        <p:spPr/>
        <p:txBody>
          <a:bodyPr/>
          <a:p>
            <a:endParaRPr lang="en-PK"/>
          </a:p>
        </p:txBody>
      </p:sp>
      <p:sp>
        <p:nvSpPr>
          <p:cNvPr id="1048635" name="Content Placeholder 2"/>
          <p:cNvSpPr>
            <a:spLocks noGrp="1"/>
          </p:cNvSpPr>
          <p:nvPr>
            <p:ph idx="1"/>
          </p:nvPr>
        </p:nvSpPr>
        <p:spPr/>
        <p:txBody>
          <a:bodyPr/>
          <a:p>
            <a:endParaRPr lang="en-PK"/>
          </a:p>
        </p:txBody>
      </p:sp>
      <p:pic>
        <p:nvPicPr>
          <p:cNvPr id="2097167" name="Picture 4"/>
          <p:cNvPicPr>
            <a:picLocks noChangeAspect="1"/>
          </p:cNvPicPr>
          <p:nvPr/>
        </p:nvPicPr>
        <p:blipFill>
          <a:blip xmlns:r="http://schemas.openxmlformats.org/officeDocument/2006/relationships" r:embed="rId1"/>
          <a:stretch>
            <a:fillRect/>
          </a:stretch>
        </p:blipFill>
        <p:spPr>
          <a:xfrm>
            <a:off x="-114301" y="-66674"/>
            <a:ext cx="12192001" cy="6833352"/>
          </a:xfrm>
          <a:prstGeom prst="rec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36" name="Title 1"/>
          <p:cNvSpPr>
            <a:spLocks noGrp="1"/>
          </p:cNvSpPr>
          <p:nvPr>
            <p:ph type="title"/>
          </p:nvPr>
        </p:nvSpPr>
        <p:spPr/>
        <p:txBody>
          <a:bodyPr/>
          <a:p>
            <a:endParaRPr lang="en-PK"/>
          </a:p>
        </p:txBody>
      </p:sp>
      <p:sp>
        <p:nvSpPr>
          <p:cNvPr id="1048637" name="Content Placeholder 6"/>
          <p:cNvSpPr>
            <a:spLocks noGrp="1"/>
          </p:cNvSpPr>
          <p:nvPr>
            <p:ph idx="1"/>
          </p:nvPr>
        </p:nvSpPr>
        <p:spPr/>
        <p:txBody>
          <a:bodyPr/>
          <a:p>
            <a:endParaRPr dirty="0" lang="en-PK"/>
          </a:p>
        </p:txBody>
      </p:sp>
      <p:pic>
        <p:nvPicPr>
          <p:cNvPr id="2097168" name="Picture 4" descr="Thank you Images - Free Download on Freepik"/>
          <p:cNvPicPr>
            <a:picLocks noChangeAspect="1" noChangeArrowheads="1"/>
          </p:cNvPicPr>
          <p:nvPr/>
        </p:nvPicPr>
        <p:blipFill>
          <a:blip xmlns:r="http://schemas.openxmlformats.org/officeDocument/2006/relationships" r:embed="rId1"/>
          <a:srcRect/>
          <a:stretch>
            <a:fillRect/>
          </a:stretch>
        </p:blipFill>
        <p:spPr bwMode="auto">
          <a:xfrm>
            <a:off x="0" y="-714374"/>
            <a:ext cx="11972925" cy="7353300"/>
          </a:xfrm>
          <a:prstGeom prst="rect"/>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lastClr="000000" val="windowText"/>
      </a:dk1>
      <a:lt1>
        <a:sysClr lastClr="FFFFFF" val="window"/>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algn="ctr" blurRad="50800" dir="5400000" dist="12700" rotWithShape="0">
              <a:srgbClr val="000000">
                <a:alpha val="50000"/>
              </a:srgbClr>
            </a:outerShdw>
          </a:effectLst>
        </a:effectStyle>
        <a:effectStyle>
          <a:effectLst>
            <a:outerShdw algn="ctr" blurRad="76200" dir="5400000" dist="25400" rotWithShape="0">
              <a:srgbClr val="000000">
                <a:alpha val="60000"/>
              </a:srgbClr>
            </a:outerShdw>
          </a:effectLst>
          <a:scene3d>
            <a:camera prst="orthographicFront">
              <a:rot lat="0" lon="0" rev="0"/>
            </a:camera>
            <a:lightRig dir="t" rig="fla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algn="tl" flip="none" sx="40000" sy="40000" tx="0" ty="0"/>
        </a:blip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Rahim</dc:creator>
  <cp:lastModifiedBy>Rahim</cp:lastModifiedBy>
  <dcterms:created xsi:type="dcterms:W3CDTF">2026-03-26T09:52:01Z</dcterms:created>
  <dcterms:modified xsi:type="dcterms:W3CDTF">2026-05-23T11:23:48Z</dcterms:modified>
</cp:coreProperties>
</file>